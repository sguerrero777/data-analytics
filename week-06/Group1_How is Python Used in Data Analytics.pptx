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60D1F5-12D5-58F8-D891-61E24146C62D}" v="110" dt="2026-05-15T18:28:32.551"/>
    <p1510:client id="{939B2355-5D0F-49E2-8BA1-3A44B22EE584}" v="366" dt="2026-05-15T18:43:45.251"/>
    <p1510:client id="{94366788-395D-421C-8AC1-B4548866DE98}" v="162" dt="2026-05-15T18:54:22.042"/>
    <p1510:client id="{E8C82C50-42FD-B102-157A-8FCB8DFB91E9}" v="73" dt="2026-05-15T18:44:40.835"/>
    <p1510:client id="{E90F52B5-61EE-DC30-3E5A-EC0285540823}" v="619" dt="2026-05-15T18:43:13.5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5" d="100"/>
          <a:sy n="45" d="100"/>
        </p:scale>
        <p:origin x="39" y="8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mitri nji" userId="S::dnji@my.yearupunited.org::e8558167-36fb-4ee4-8d0f-c9ad5dc0130f" providerId="AD" clId="Web-{E90F52B5-61EE-DC30-3E5A-EC0285540823}"/>
    <pc:docChg chg="addSld modSld">
      <pc:chgData name="dimitri nji" userId="S::dnji@my.yearupunited.org::e8558167-36fb-4ee4-8d0f-c9ad5dc0130f" providerId="AD" clId="Web-{E90F52B5-61EE-DC30-3E5A-EC0285540823}" dt="2026-05-15T18:43:13.560" v="594" actId="20577"/>
      <pc:docMkLst>
        <pc:docMk/>
      </pc:docMkLst>
      <pc:sldChg chg="modSp new">
        <pc:chgData name="dimitri nji" userId="S::dnji@my.yearupunited.org::e8558167-36fb-4ee4-8d0f-c9ad5dc0130f" providerId="AD" clId="Web-{E90F52B5-61EE-DC30-3E5A-EC0285540823}" dt="2026-05-15T18:30:31.618" v="92" actId="20577"/>
        <pc:sldMkLst>
          <pc:docMk/>
          <pc:sldMk cId="535070564" sldId="258"/>
        </pc:sldMkLst>
        <pc:spChg chg="mod">
          <ac:chgData name="dimitri nji" userId="S::dnji@my.yearupunited.org::e8558167-36fb-4ee4-8d0f-c9ad5dc0130f" providerId="AD" clId="Web-{E90F52B5-61EE-DC30-3E5A-EC0285540823}" dt="2026-05-15T18:30:31.618" v="92" actId="20577"/>
          <ac:spMkLst>
            <pc:docMk/>
            <pc:sldMk cId="535070564" sldId="258"/>
            <ac:spMk id="3" creationId="{AB429D72-8DF9-971F-35C7-ED1AE13724E6}"/>
          </ac:spMkLst>
        </pc:spChg>
      </pc:sldChg>
      <pc:sldChg chg="addSp modSp">
        <pc:chgData name="dimitri nji" userId="S::dnji@my.yearupunited.org::e8558167-36fb-4ee4-8d0f-c9ad5dc0130f" providerId="AD" clId="Web-{E90F52B5-61EE-DC30-3E5A-EC0285540823}" dt="2026-05-15T18:43:13.560" v="594" actId="20577"/>
        <pc:sldMkLst>
          <pc:docMk/>
          <pc:sldMk cId="3603843796" sldId="261"/>
        </pc:sldMkLst>
        <pc:spChg chg="mod">
          <ac:chgData name="dimitri nji" userId="S::dnji@my.yearupunited.org::e8558167-36fb-4ee4-8d0f-c9ad5dc0130f" providerId="AD" clId="Web-{E90F52B5-61EE-DC30-3E5A-EC0285540823}" dt="2026-05-15T18:41:43.950" v="575" actId="1076"/>
          <ac:spMkLst>
            <pc:docMk/>
            <pc:sldMk cId="3603843796" sldId="261"/>
            <ac:spMk id="2" creationId="{C78CBE6D-00BE-4AE8-5077-04FB1B06D803}"/>
          </ac:spMkLst>
        </pc:spChg>
        <pc:spChg chg="mod">
          <ac:chgData name="dimitri nji" userId="S::dnji@my.yearupunited.org::e8558167-36fb-4ee4-8d0f-c9ad5dc0130f" providerId="AD" clId="Web-{E90F52B5-61EE-DC30-3E5A-EC0285540823}" dt="2026-05-15T18:41:57.310" v="576" actId="1076"/>
          <ac:spMkLst>
            <pc:docMk/>
            <pc:sldMk cId="3603843796" sldId="261"/>
            <ac:spMk id="3" creationId="{2F26DEDA-5B1C-F049-0073-E6C0BDAECC50}"/>
          </ac:spMkLst>
        </pc:spChg>
        <pc:spChg chg="add mod">
          <ac:chgData name="dimitri nji" userId="S::dnji@my.yearupunited.org::e8558167-36fb-4ee4-8d0f-c9ad5dc0130f" providerId="AD" clId="Web-{E90F52B5-61EE-DC30-3E5A-EC0285540823}" dt="2026-05-15T18:43:13.560" v="594" actId="20577"/>
          <ac:spMkLst>
            <pc:docMk/>
            <pc:sldMk cId="3603843796" sldId="261"/>
            <ac:spMk id="5" creationId="{D9E71B11-2E10-3186-A270-F77093484269}"/>
          </ac:spMkLst>
        </pc:spChg>
      </pc:sldChg>
      <pc:sldChg chg="modSp new">
        <pc:chgData name="dimitri nji" userId="S::dnji@my.yearupunited.org::e8558167-36fb-4ee4-8d0f-c9ad5dc0130f" providerId="AD" clId="Web-{E90F52B5-61EE-DC30-3E5A-EC0285540823}" dt="2026-05-15T18:37:58.572" v="515" actId="20577"/>
        <pc:sldMkLst>
          <pc:docMk/>
          <pc:sldMk cId="805440858" sldId="262"/>
        </pc:sldMkLst>
        <pc:spChg chg="mod">
          <ac:chgData name="dimitri nji" userId="S::dnji@my.yearupunited.org::e8558167-36fb-4ee4-8d0f-c9ad5dc0130f" providerId="AD" clId="Web-{E90F52B5-61EE-DC30-3E5A-EC0285540823}" dt="2026-05-15T18:31:34.356" v="111" actId="20577"/>
          <ac:spMkLst>
            <pc:docMk/>
            <pc:sldMk cId="805440858" sldId="262"/>
            <ac:spMk id="2" creationId="{A608701B-8D63-78A4-F09C-C1CEAB5A5866}"/>
          </ac:spMkLst>
        </pc:spChg>
        <pc:spChg chg="mod">
          <ac:chgData name="dimitri nji" userId="S::dnji@my.yearupunited.org::e8558167-36fb-4ee4-8d0f-c9ad5dc0130f" providerId="AD" clId="Web-{E90F52B5-61EE-DC30-3E5A-EC0285540823}" dt="2026-05-15T18:37:58.572" v="515" actId="20577"/>
          <ac:spMkLst>
            <pc:docMk/>
            <pc:sldMk cId="805440858" sldId="262"/>
            <ac:spMk id="3" creationId="{C0139F78-FC21-7D9E-E1DC-84CD7F33BC8F}"/>
          </ac:spMkLst>
        </pc:spChg>
      </pc:sldChg>
    </pc:docChg>
  </pc:docChgLst>
  <pc:docChgLst>
    <pc:chgData name="dania kabakibi" userId="S::dkabakibi@my.yearupunited.org::bedb82c2-4f3c-45e0-bda7-22168ca3dd6b" providerId="AD" clId="Web-{E8C82C50-42FD-B102-157A-8FCB8DFB91E9}"/>
    <pc:docChg chg="addSld modSld">
      <pc:chgData name="dania kabakibi" userId="S::dkabakibi@my.yearupunited.org::bedb82c2-4f3c-45e0-bda7-22168ca3dd6b" providerId="AD" clId="Web-{E8C82C50-42FD-B102-157A-8FCB8DFB91E9}" dt="2026-05-15T18:44:40.835" v="76" actId="1076"/>
      <pc:docMkLst>
        <pc:docMk/>
      </pc:docMkLst>
      <pc:sldChg chg="modSp">
        <pc:chgData name="dania kabakibi" userId="S::dkabakibi@my.yearupunited.org::bedb82c2-4f3c-45e0-bda7-22168ca3dd6b" providerId="AD" clId="Web-{E8C82C50-42FD-B102-157A-8FCB8DFB91E9}" dt="2026-05-15T18:42:27.788" v="75" actId="20577"/>
        <pc:sldMkLst>
          <pc:docMk/>
          <pc:sldMk cId="1601977242" sldId="257"/>
        </pc:sldMkLst>
        <pc:spChg chg="mod">
          <ac:chgData name="dania kabakibi" userId="S::dkabakibi@my.yearupunited.org::bedb82c2-4f3c-45e0-bda7-22168ca3dd6b" providerId="AD" clId="Web-{E8C82C50-42FD-B102-157A-8FCB8DFB91E9}" dt="2026-05-15T18:20:31.893" v="0" actId="20577"/>
          <ac:spMkLst>
            <pc:docMk/>
            <pc:sldMk cId="1601977242" sldId="257"/>
            <ac:spMk id="2" creationId="{587C5ACD-C1A3-4E8D-9544-AD3613D49CE9}"/>
          </ac:spMkLst>
        </pc:spChg>
        <pc:spChg chg="mod">
          <ac:chgData name="dania kabakibi" userId="S::dkabakibi@my.yearupunited.org::bedb82c2-4f3c-45e0-bda7-22168ca3dd6b" providerId="AD" clId="Web-{E8C82C50-42FD-B102-157A-8FCB8DFB91E9}" dt="2026-05-15T18:42:27.788" v="75" actId="20577"/>
          <ac:spMkLst>
            <pc:docMk/>
            <pc:sldMk cId="1601977242" sldId="257"/>
            <ac:spMk id="3" creationId="{AEE6E4BF-E0B3-3C84-BF12-DA6705C41260}"/>
          </ac:spMkLst>
        </pc:spChg>
      </pc:sldChg>
      <pc:sldChg chg="addSp delSp modSp">
        <pc:chgData name="dania kabakibi" userId="S::dkabakibi@my.yearupunited.org::bedb82c2-4f3c-45e0-bda7-22168ca3dd6b" providerId="AD" clId="Web-{E8C82C50-42FD-B102-157A-8FCB8DFB91E9}" dt="2026-05-15T18:32:41.036" v="65"/>
        <pc:sldMkLst>
          <pc:docMk/>
          <pc:sldMk cId="535070564" sldId="258"/>
        </pc:sldMkLst>
        <pc:spChg chg="add del mod">
          <ac:chgData name="dania kabakibi" userId="S::dkabakibi@my.yearupunited.org::bedb82c2-4f3c-45e0-bda7-22168ca3dd6b" providerId="AD" clId="Web-{E8C82C50-42FD-B102-157A-8FCB8DFB91E9}" dt="2026-05-15T18:32:41.036" v="65"/>
          <ac:spMkLst>
            <pc:docMk/>
            <pc:sldMk cId="535070564" sldId="258"/>
            <ac:spMk id="2" creationId="{4EF892CF-1C8B-AF4D-540C-C6600B679866}"/>
          </ac:spMkLst>
        </pc:spChg>
        <pc:spChg chg="mod">
          <ac:chgData name="dania kabakibi" userId="S::dkabakibi@my.yearupunited.org::bedb82c2-4f3c-45e0-bda7-22168ca3dd6b" providerId="AD" clId="Web-{E8C82C50-42FD-B102-157A-8FCB8DFB91E9}" dt="2026-05-15T18:26:58.488" v="47" actId="20577"/>
          <ac:spMkLst>
            <pc:docMk/>
            <pc:sldMk cId="535070564" sldId="258"/>
            <ac:spMk id="3" creationId="{AB429D72-8DF9-971F-35C7-ED1AE13724E6}"/>
          </ac:spMkLst>
        </pc:spChg>
      </pc:sldChg>
      <pc:sldChg chg="addSp delSp modSp new mod setBg">
        <pc:chgData name="dania kabakibi" userId="S::dkabakibi@my.yearupunited.org::bedb82c2-4f3c-45e0-bda7-22168ca3dd6b" providerId="AD" clId="Web-{E8C82C50-42FD-B102-157A-8FCB8DFB91E9}" dt="2026-05-15T18:44:40.835" v="76" actId="1076"/>
        <pc:sldMkLst>
          <pc:docMk/>
          <pc:sldMk cId="3603843796" sldId="261"/>
        </pc:sldMkLst>
        <pc:spChg chg="mod">
          <ac:chgData name="dania kabakibi" userId="S::dkabakibi@my.yearupunited.org::bedb82c2-4f3c-45e0-bda7-22168ca3dd6b" providerId="AD" clId="Web-{E8C82C50-42FD-B102-157A-8FCB8DFB91E9}" dt="2026-05-15T18:37:14.381" v="72"/>
          <ac:spMkLst>
            <pc:docMk/>
            <pc:sldMk cId="3603843796" sldId="261"/>
            <ac:spMk id="2" creationId="{C78CBE6D-00BE-4AE8-5077-04FB1B06D803}"/>
          </ac:spMkLst>
        </pc:spChg>
        <pc:spChg chg="mod">
          <ac:chgData name="dania kabakibi" userId="S::dkabakibi@my.yearupunited.org::bedb82c2-4f3c-45e0-bda7-22168ca3dd6b" providerId="AD" clId="Web-{E8C82C50-42FD-B102-157A-8FCB8DFB91E9}" dt="2026-05-15T18:37:14.381" v="72"/>
          <ac:spMkLst>
            <pc:docMk/>
            <pc:sldMk cId="3603843796" sldId="261"/>
            <ac:spMk id="3" creationId="{2F26DEDA-5B1C-F049-0073-E6C0BDAECC50}"/>
          </ac:spMkLst>
        </pc:spChg>
        <pc:spChg chg="add del">
          <ac:chgData name="dania kabakibi" userId="S::dkabakibi@my.yearupunited.org::bedb82c2-4f3c-45e0-bda7-22168ca3dd6b" providerId="AD" clId="Web-{E8C82C50-42FD-B102-157A-8FCB8DFB91E9}" dt="2026-05-15T18:36:47.552" v="69"/>
          <ac:spMkLst>
            <pc:docMk/>
            <pc:sldMk cId="3603843796" sldId="261"/>
            <ac:spMk id="9" creationId="{058A14AF-9FB5-4CC7-BA35-E8E85D3EDF0E}"/>
          </ac:spMkLst>
        </pc:spChg>
        <pc:spChg chg="add del">
          <ac:chgData name="dania kabakibi" userId="S::dkabakibi@my.yearupunited.org::bedb82c2-4f3c-45e0-bda7-22168ca3dd6b" providerId="AD" clId="Web-{E8C82C50-42FD-B102-157A-8FCB8DFB91E9}" dt="2026-05-15T18:36:47.552" v="69"/>
          <ac:spMkLst>
            <pc:docMk/>
            <pc:sldMk cId="3603843796" sldId="261"/>
            <ac:spMk id="11" creationId="{3A9A4357-BD1D-4622-A4FE-766E6AB8DE84}"/>
          </ac:spMkLst>
        </pc:spChg>
        <pc:spChg chg="add del">
          <ac:chgData name="dania kabakibi" userId="S::dkabakibi@my.yearupunited.org::bedb82c2-4f3c-45e0-bda7-22168ca3dd6b" providerId="AD" clId="Web-{E8C82C50-42FD-B102-157A-8FCB8DFB91E9}" dt="2026-05-15T18:36:47.552" v="69"/>
          <ac:spMkLst>
            <pc:docMk/>
            <pc:sldMk cId="3603843796" sldId="261"/>
            <ac:spMk id="13" creationId="{E659831F-0D9A-4C63-9EBB-8435B85A440F}"/>
          </ac:spMkLst>
        </pc:spChg>
        <pc:spChg chg="add del">
          <ac:chgData name="dania kabakibi" userId="S::dkabakibi@my.yearupunited.org::bedb82c2-4f3c-45e0-bda7-22168ca3dd6b" providerId="AD" clId="Web-{E8C82C50-42FD-B102-157A-8FCB8DFB91E9}" dt="2026-05-15T18:36:47.552" v="69"/>
          <ac:spMkLst>
            <pc:docMk/>
            <pc:sldMk cId="3603843796" sldId="261"/>
            <ac:spMk id="15" creationId="{E6995CE5-F890-4ABA-82A2-26507CE8D2A3}"/>
          </ac:spMkLst>
        </pc:spChg>
        <pc:spChg chg="add del">
          <ac:chgData name="dania kabakibi" userId="S::dkabakibi@my.yearupunited.org::bedb82c2-4f3c-45e0-bda7-22168ca3dd6b" providerId="AD" clId="Web-{E8C82C50-42FD-B102-157A-8FCB8DFB91E9}" dt="2026-05-15T18:37:14.381" v="71"/>
          <ac:spMkLst>
            <pc:docMk/>
            <pc:sldMk cId="3603843796" sldId="261"/>
            <ac:spMk id="17" creationId="{1A95671B-3CC6-4792-9114-B74FAEA224E6}"/>
          </ac:spMkLst>
        </pc:spChg>
        <pc:spChg chg="add">
          <ac:chgData name="dania kabakibi" userId="S::dkabakibi@my.yearupunited.org::bedb82c2-4f3c-45e0-bda7-22168ca3dd6b" providerId="AD" clId="Web-{E8C82C50-42FD-B102-157A-8FCB8DFB91E9}" dt="2026-05-15T18:37:14.381" v="72"/>
          <ac:spMkLst>
            <pc:docMk/>
            <pc:sldMk cId="3603843796" sldId="261"/>
            <ac:spMk id="19" creationId="{0288C6B4-AFC3-407F-A595-EFFD38D4CCAF}"/>
          </ac:spMkLst>
        </pc:spChg>
        <pc:spChg chg="add">
          <ac:chgData name="dania kabakibi" userId="S::dkabakibi@my.yearupunited.org::bedb82c2-4f3c-45e0-bda7-22168ca3dd6b" providerId="AD" clId="Web-{E8C82C50-42FD-B102-157A-8FCB8DFB91E9}" dt="2026-05-15T18:37:14.381" v="72"/>
          <ac:spMkLst>
            <pc:docMk/>
            <pc:sldMk cId="3603843796" sldId="261"/>
            <ac:spMk id="20" creationId="{CF236821-17FE-429B-8D2C-08E13A64EA40}"/>
          </ac:spMkLst>
        </pc:spChg>
        <pc:spChg chg="add">
          <ac:chgData name="dania kabakibi" userId="S::dkabakibi@my.yearupunited.org::bedb82c2-4f3c-45e0-bda7-22168ca3dd6b" providerId="AD" clId="Web-{E8C82C50-42FD-B102-157A-8FCB8DFB91E9}" dt="2026-05-15T18:37:14.381" v="72"/>
          <ac:spMkLst>
            <pc:docMk/>
            <pc:sldMk cId="3603843796" sldId="261"/>
            <ac:spMk id="21" creationId="{C0BDBCD2-E081-43AB-9119-C55465E59757}"/>
          </ac:spMkLst>
        </pc:spChg>
        <pc:spChg chg="add">
          <ac:chgData name="dania kabakibi" userId="S::dkabakibi@my.yearupunited.org::bedb82c2-4f3c-45e0-bda7-22168ca3dd6b" providerId="AD" clId="Web-{E8C82C50-42FD-B102-157A-8FCB8DFB91E9}" dt="2026-05-15T18:37:14.381" v="72"/>
          <ac:spMkLst>
            <pc:docMk/>
            <pc:sldMk cId="3603843796" sldId="261"/>
            <ac:spMk id="22" creationId="{98E79BE4-34FE-485A-98A5-92CE8F7C4743}"/>
          </ac:spMkLst>
        </pc:spChg>
        <pc:spChg chg="add">
          <ac:chgData name="dania kabakibi" userId="S::dkabakibi@my.yearupunited.org::bedb82c2-4f3c-45e0-bda7-22168ca3dd6b" providerId="AD" clId="Web-{E8C82C50-42FD-B102-157A-8FCB8DFB91E9}" dt="2026-05-15T18:37:14.381" v="72"/>
          <ac:spMkLst>
            <pc:docMk/>
            <pc:sldMk cId="3603843796" sldId="261"/>
            <ac:spMk id="23" creationId="{7A5F0580-5EE9-419F-96EE-B6529EF6E7D0}"/>
          </ac:spMkLst>
        </pc:spChg>
        <pc:picChg chg="add mod">
          <ac:chgData name="dania kabakibi" userId="S::dkabakibi@my.yearupunited.org::bedb82c2-4f3c-45e0-bda7-22168ca3dd6b" providerId="AD" clId="Web-{E8C82C50-42FD-B102-157A-8FCB8DFB91E9}" dt="2026-05-15T18:44:40.835" v="76" actId="1076"/>
          <ac:picMkLst>
            <pc:docMk/>
            <pc:sldMk cId="3603843796" sldId="261"/>
            <ac:picMk id="4" creationId="{C27C56B0-30F8-413E-403D-173118F86C48}"/>
          </ac:picMkLst>
        </pc:picChg>
      </pc:sldChg>
    </pc:docChg>
  </pc:docChgLst>
  <pc:docChgLst>
    <pc:chgData name="sharleen guerrero" userId="3aa031e9-e6a7-468f-bc3b-fce99a2b0b37" providerId="ADAL" clId="{A08EFAD0-E507-44ED-BFB5-F5D566E874EF}"/>
    <pc:docChg chg="undo custSel modSld">
      <pc:chgData name="sharleen guerrero" userId="3aa031e9-e6a7-468f-bc3b-fce99a2b0b37" providerId="ADAL" clId="{A08EFAD0-E507-44ED-BFB5-F5D566E874EF}" dt="2026-05-15T18:54:22.042" v="161" actId="113"/>
      <pc:docMkLst>
        <pc:docMk/>
      </pc:docMkLst>
      <pc:sldChg chg="modSp mod">
        <pc:chgData name="sharleen guerrero" userId="3aa031e9-e6a7-468f-bc3b-fce99a2b0b37" providerId="ADAL" clId="{A08EFAD0-E507-44ED-BFB5-F5D566E874EF}" dt="2026-05-15T18:45:34.112" v="147" actId="2711"/>
        <pc:sldMkLst>
          <pc:docMk/>
          <pc:sldMk cId="1601977242" sldId="257"/>
        </pc:sldMkLst>
        <pc:spChg chg="mod">
          <ac:chgData name="sharleen guerrero" userId="3aa031e9-e6a7-468f-bc3b-fce99a2b0b37" providerId="ADAL" clId="{A08EFAD0-E507-44ED-BFB5-F5D566E874EF}" dt="2026-05-15T18:45:29.429" v="146" actId="2711"/>
          <ac:spMkLst>
            <pc:docMk/>
            <pc:sldMk cId="1601977242" sldId="257"/>
            <ac:spMk id="2" creationId="{587C5ACD-C1A3-4E8D-9544-AD3613D49CE9}"/>
          </ac:spMkLst>
        </pc:spChg>
        <pc:spChg chg="mod">
          <ac:chgData name="sharleen guerrero" userId="3aa031e9-e6a7-468f-bc3b-fce99a2b0b37" providerId="ADAL" clId="{A08EFAD0-E507-44ED-BFB5-F5D566E874EF}" dt="2026-05-15T18:45:34.112" v="147" actId="2711"/>
          <ac:spMkLst>
            <pc:docMk/>
            <pc:sldMk cId="1601977242" sldId="257"/>
            <ac:spMk id="3" creationId="{AEE6E4BF-E0B3-3C84-BF12-DA6705C41260}"/>
          </ac:spMkLst>
        </pc:spChg>
      </pc:sldChg>
      <pc:sldChg chg="modSp mod">
        <pc:chgData name="sharleen guerrero" userId="3aa031e9-e6a7-468f-bc3b-fce99a2b0b37" providerId="ADAL" clId="{A08EFAD0-E507-44ED-BFB5-F5D566E874EF}" dt="2026-05-15T18:54:13.933" v="159" actId="113"/>
        <pc:sldMkLst>
          <pc:docMk/>
          <pc:sldMk cId="535070564" sldId="258"/>
        </pc:sldMkLst>
        <pc:spChg chg="mod">
          <ac:chgData name="sharleen guerrero" userId="3aa031e9-e6a7-468f-bc3b-fce99a2b0b37" providerId="ADAL" clId="{A08EFAD0-E507-44ED-BFB5-F5D566E874EF}" dt="2026-05-15T18:46:08.377" v="148" actId="2711"/>
          <ac:spMkLst>
            <pc:docMk/>
            <pc:sldMk cId="535070564" sldId="258"/>
            <ac:spMk id="2" creationId="{4EF892CF-1C8B-AF4D-540C-C6600B679866}"/>
          </ac:spMkLst>
        </pc:spChg>
        <pc:spChg chg="mod">
          <ac:chgData name="sharleen guerrero" userId="3aa031e9-e6a7-468f-bc3b-fce99a2b0b37" providerId="ADAL" clId="{A08EFAD0-E507-44ED-BFB5-F5D566E874EF}" dt="2026-05-15T18:54:13.933" v="159" actId="113"/>
          <ac:spMkLst>
            <pc:docMk/>
            <pc:sldMk cId="535070564" sldId="258"/>
            <ac:spMk id="32" creationId="{AB429D72-8DF9-971F-35C7-ED1AE13724E6}"/>
          </ac:spMkLst>
        </pc:spChg>
      </pc:sldChg>
      <pc:sldChg chg="addSp delSp modSp mod setBg">
        <pc:chgData name="sharleen guerrero" userId="3aa031e9-e6a7-468f-bc3b-fce99a2b0b37" providerId="ADAL" clId="{A08EFAD0-E507-44ED-BFB5-F5D566E874EF}" dt="2026-05-15T18:45:06.065" v="145" actId="20577"/>
        <pc:sldMkLst>
          <pc:docMk/>
          <pc:sldMk cId="4195861138" sldId="260"/>
        </pc:sldMkLst>
        <pc:spChg chg="mod">
          <ac:chgData name="sharleen guerrero" userId="3aa031e9-e6a7-468f-bc3b-fce99a2b0b37" providerId="ADAL" clId="{A08EFAD0-E507-44ED-BFB5-F5D566E874EF}" dt="2026-05-15T18:44:04.030" v="126" actId="2711"/>
          <ac:spMkLst>
            <pc:docMk/>
            <pc:sldMk cId="4195861138" sldId="260"/>
            <ac:spMk id="2" creationId="{535C975D-4DA2-39DC-D644-43663AAA4684}"/>
          </ac:spMkLst>
        </pc:spChg>
        <pc:spChg chg="del">
          <ac:chgData name="sharleen guerrero" userId="3aa031e9-e6a7-468f-bc3b-fce99a2b0b37" providerId="ADAL" clId="{A08EFAD0-E507-44ED-BFB5-F5D566E874EF}" dt="2026-05-15T18:32:24.249" v="0" actId="931"/>
          <ac:spMkLst>
            <pc:docMk/>
            <pc:sldMk cId="4195861138" sldId="260"/>
            <ac:spMk id="3" creationId="{42751812-6C9D-F694-D260-A52363078D00}"/>
          </ac:spMkLst>
        </pc:spChg>
        <pc:spChg chg="add del mod">
          <ac:chgData name="sharleen guerrero" userId="3aa031e9-e6a7-468f-bc3b-fce99a2b0b37" providerId="ADAL" clId="{A08EFAD0-E507-44ED-BFB5-F5D566E874EF}" dt="2026-05-15T18:32:42.699" v="4" actId="931"/>
          <ac:spMkLst>
            <pc:docMk/>
            <pc:sldMk cId="4195861138" sldId="260"/>
            <ac:spMk id="9" creationId="{B64D2428-E115-F17D-7883-CF220522DA91}"/>
          </ac:spMkLst>
        </pc:spChg>
        <pc:spChg chg="add mod ord">
          <ac:chgData name="sharleen guerrero" userId="3aa031e9-e6a7-468f-bc3b-fce99a2b0b37" providerId="ADAL" clId="{A08EFAD0-E507-44ED-BFB5-F5D566E874EF}" dt="2026-05-15T18:45:06.065" v="145" actId="20577"/>
          <ac:spMkLst>
            <pc:docMk/>
            <pc:sldMk cId="4195861138" sldId="260"/>
            <ac:spMk id="14" creationId="{D4005FF3-E6BE-AED9-1AF2-783AB6E298FC}"/>
          </ac:spMkLst>
        </pc:spChg>
        <pc:spChg chg="add del">
          <ac:chgData name="sharleen guerrero" userId="3aa031e9-e6a7-468f-bc3b-fce99a2b0b37" providerId="ADAL" clId="{A08EFAD0-E507-44ED-BFB5-F5D566E874EF}" dt="2026-05-15T18:43:45.159" v="123" actId="26606"/>
          <ac:spMkLst>
            <pc:docMk/>
            <pc:sldMk cId="4195861138" sldId="260"/>
            <ac:spMk id="19" creationId="{A7AE9375-4664-4DB2-922D-2782A6E439AC}"/>
          </ac:spMkLst>
        </pc:spChg>
        <pc:spChg chg="add del">
          <ac:chgData name="sharleen guerrero" userId="3aa031e9-e6a7-468f-bc3b-fce99a2b0b37" providerId="ADAL" clId="{A08EFAD0-E507-44ED-BFB5-F5D566E874EF}" dt="2026-05-15T18:43:45.159" v="123" actId="26606"/>
          <ac:spMkLst>
            <pc:docMk/>
            <pc:sldMk cId="4195861138" sldId="260"/>
            <ac:spMk id="23" creationId="{C87417AF-190E-4D6E-AFA6-7D3E84B0B430}"/>
          </ac:spMkLst>
        </pc:spChg>
        <pc:spChg chg="add del">
          <ac:chgData name="sharleen guerrero" userId="3aa031e9-e6a7-468f-bc3b-fce99a2b0b37" providerId="ADAL" clId="{A08EFAD0-E507-44ED-BFB5-F5D566E874EF}" dt="2026-05-15T18:43:45.159" v="123" actId="26606"/>
          <ac:spMkLst>
            <pc:docMk/>
            <pc:sldMk cId="4195861138" sldId="260"/>
            <ac:spMk id="25" creationId="{80B30ED8-273E-4C07-8568-2FE5CC5C483D}"/>
          </ac:spMkLst>
        </pc:spChg>
        <pc:spChg chg="add del">
          <ac:chgData name="sharleen guerrero" userId="3aa031e9-e6a7-468f-bc3b-fce99a2b0b37" providerId="ADAL" clId="{A08EFAD0-E507-44ED-BFB5-F5D566E874EF}" dt="2026-05-15T18:43:33.025" v="118" actId="26606"/>
          <ac:spMkLst>
            <pc:docMk/>
            <pc:sldMk cId="4195861138" sldId="260"/>
            <ac:spMk id="30" creationId="{D75A5B51-0925-4835-8511-A0DD17EAA97C}"/>
          </ac:spMkLst>
        </pc:spChg>
        <pc:spChg chg="add del">
          <ac:chgData name="sharleen guerrero" userId="3aa031e9-e6a7-468f-bc3b-fce99a2b0b37" providerId="ADAL" clId="{A08EFAD0-E507-44ED-BFB5-F5D566E874EF}" dt="2026-05-15T18:43:33.025" v="118" actId="26606"/>
          <ac:spMkLst>
            <pc:docMk/>
            <pc:sldMk cId="4195861138" sldId="260"/>
            <ac:spMk id="32" creationId="{5CDFD20D-8E4F-4E3A-AF87-93F23E0DBFB3}"/>
          </ac:spMkLst>
        </pc:spChg>
        <pc:spChg chg="add del">
          <ac:chgData name="sharleen guerrero" userId="3aa031e9-e6a7-468f-bc3b-fce99a2b0b37" providerId="ADAL" clId="{A08EFAD0-E507-44ED-BFB5-F5D566E874EF}" dt="2026-05-15T18:43:33.963" v="120" actId="26606"/>
          <ac:spMkLst>
            <pc:docMk/>
            <pc:sldMk cId="4195861138" sldId="260"/>
            <ac:spMk id="34" creationId="{79AFCB35-9C04-4524-A0B1-57FF6865D013}"/>
          </ac:spMkLst>
        </pc:spChg>
        <pc:spChg chg="add del">
          <ac:chgData name="sharleen guerrero" userId="3aa031e9-e6a7-468f-bc3b-fce99a2b0b37" providerId="ADAL" clId="{A08EFAD0-E507-44ED-BFB5-F5D566E874EF}" dt="2026-05-15T18:43:33.963" v="120" actId="26606"/>
          <ac:spMkLst>
            <pc:docMk/>
            <pc:sldMk cId="4195861138" sldId="260"/>
            <ac:spMk id="35" creationId="{5A0118C5-4F8D-4CF4-BADD-53FEACC6C42A}"/>
          </ac:spMkLst>
        </pc:spChg>
        <pc:spChg chg="add del">
          <ac:chgData name="sharleen guerrero" userId="3aa031e9-e6a7-468f-bc3b-fce99a2b0b37" providerId="ADAL" clId="{A08EFAD0-E507-44ED-BFB5-F5D566E874EF}" dt="2026-05-15T18:43:33.963" v="120" actId="26606"/>
          <ac:spMkLst>
            <pc:docMk/>
            <pc:sldMk cId="4195861138" sldId="260"/>
            <ac:spMk id="36" creationId="{D11AD2AD-0BA0-4DD3-8EEA-84686A0E718C}"/>
          </ac:spMkLst>
        </pc:spChg>
        <pc:spChg chg="add del">
          <ac:chgData name="sharleen guerrero" userId="3aa031e9-e6a7-468f-bc3b-fce99a2b0b37" providerId="ADAL" clId="{A08EFAD0-E507-44ED-BFB5-F5D566E874EF}" dt="2026-05-15T18:43:33.963" v="120" actId="26606"/>
          <ac:spMkLst>
            <pc:docMk/>
            <pc:sldMk cId="4195861138" sldId="260"/>
            <ac:spMk id="37" creationId="{F98F79A4-A6C7-4101-B1E9-27E05CB7CFA0}"/>
          </ac:spMkLst>
        </pc:spChg>
        <pc:spChg chg="add del">
          <ac:chgData name="sharleen guerrero" userId="3aa031e9-e6a7-468f-bc3b-fce99a2b0b37" providerId="ADAL" clId="{A08EFAD0-E507-44ED-BFB5-F5D566E874EF}" dt="2026-05-15T18:43:33.963" v="120" actId="26606"/>
          <ac:spMkLst>
            <pc:docMk/>
            <pc:sldMk cId="4195861138" sldId="260"/>
            <ac:spMk id="38" creationId="{59463AC4-F96D-4507-9EE0-A831B7910271}"/>
          </ac:spMkLst>
        </pc:spChg>
        <pc:spChg chg="add del">
          <ac:chgData name="sharleen guerrero" userId="3aa031e9-e6a7-468f-bc3b-fce99a2b0b37" providerId="ADAL" clId="{A08EFAD0-E507-44ED-BFB5-F5D566E874EF}" dt="2026-05-15T18:43:33.963" v="120" actId="26606"/>
          <ac:spMkLst>
            <pc:docMk/>
            <pc:sldMk cId="4195861138" sldId="260"/>
            <ac:spMk id="40" creationId="{9E5C5460-229E-46C8-A712-CC317985420F}"/>
          </ac:spMkLst>
        </pc:spChg>
        <pc:spChg chg="add del">
          <ac:chgData name="sharleen guerrero" userId="3aa031e9-e6a7-468f-bc3b-fce99a2b0b37" providerId="ADAL" clId="{A08EFAD0-E507-44ED-BFB5-F5D566E874EF}" dt="2026-05-15T18:43:45.154" v="122" actId="26606"/>
          <ac:spMkLst>
            <pc:docMk/>
            <pc:sldMk cId="4195861138" sldId="260"/>
            <ac:spMk id="51" creationId="{93B08880-F4DE-42E0-AE26-F56F56349643}"/>
          </ac:spMkLst>
        </pc:spChg>
        <pc:spChg chg="add del">
          <ac:chgData name="sharleen guerrero" userId="3aa031e9-e6a7-468f-bc3b-fce99a2b0b37" providerId="ADAL" clId="{A08EFAD0-E507-44ED-BFB5-F5D566E874EF}" dt="2026-05-15T18:43:45.154" v="122" actId="26606"/>
          <ac:spMkLst>
            <pc:docMk/>
            <pc:sldMk cId="4195861138" sldId="260"/>
            <ac:spMk id="52" creationId="{8A2A689E-17C0-4832-920D-11B3E03EE987}"/>
          </ac:spMkLst>
        </pc:spChg>
        <pc:spChg chg="add">
          <ac:chgData name="sharleen guerrero" userId="3aa031e9-e6a7-468f-bc3b-fce99a2b0b37" providerId="ADAL" clId="{A08EFAD0-E507-44ED-BFB5-F5D566E874EF}" dt="2026-05-15T18:43:45.159" v="123" actId="26606"/>
          <ac:spMkLst>
            <pc:docMk/>
            <pc:sldMk cId="4195861138" sldId="260"/>
            <ac:spMk id="57" creationId="{26FF42C2-EA15-4154-B242-E98E88CED99C}"/>
          </ac:spMkLst>
        </pc:spChg>
        <pc:spChg chg="add">
          <ac:chgData name="sharleen guerrero" userId="3aa031e9-e6a7-468f-bc3b-fce99a2b0b37" providerId="ADAL" clId="{A08EFAD0-E507-44ED-BFB5-F5D566E874EF}" dt="2026-05-15T18:43:45.159" v="123" actId="26606"/>
          <ac:spMkLst>
            <pc:docMk/>
            <pc:sldMk cId="4195861138" sldId="260"/>
            <ac:spMk id="58" creationId="{D79DE9F7-28C4-4856-BA57-D696E124C137}"/>
          </ac:spMkLst>
        </pc:spChg>
        <pc:spChg chg="add">
          <ac:chgData name="sharleen guerrero" userId="3aa031e9-e6a7-468f-bc3b-fce99a2b0b37" providerId="ADAL" clId="{A08EFAD0-E507-44ED-BFB5-F5D566E874EF}" dt="2026-05-15T18:43:45.159" v="123" actId="26606"/>
          <ac:spMkLst>
            <pc:docMk/>
            <pc:sldMk cId="4195861138" sldId="260"/>
            <ac:spMk id="59" creationId="{E1F9ED9C-121B-44C6-A308-5824769C40D5}"/>
          </ac:spMkLst>
        </pc:spChg>
        <pc:spChg chg="add">
          <ac:chgData name="sharleen guerrero" userId="3aa031e9-e6a7-468f-bc3b-fce99a2b0b37" providerId="ADAL" clId="{A08EFAD0-E507-44ED-BFB5-F5D566E874EF}" dt="2026-05-15T18:43:45.159" v="123" actId="26606"/>
          <ac:spMkLst>
            <pc:docMk/>
            <pc:sldMk cId="4195861138" sldId="260"/>
            <ac:spMk id="60" creationId="{4A5F8185-F27B-4E99-A06C-007336FE3F2D}"/>
          </ac:spMkLst>
        </pc:spChg>
        <pc:picChg chg="add del mod ord">
          <ac:chgData name="sharleen guerrero" userId="3aa031e9-e6a7-468f-bc3b-fce99a2b0b37" providerId="ADAL" clId="{A08EFAD0-E507-44ED-BFB5-F5D566E874EF}" dt="2026-05-15T18:32:32.520" v="3" actId="478"/>
          <ac:picMkLst>
            <pc:docMk/>
            <pc:sldMk cId="4195861138" sldId="260"/>
            <ac:picMk id="5" creationId="{157D65B1-1FC6-F4CD-1C09-B88412067C43}"/>
          </ac:picMkLst>
        </pc:picChg>
        <pc:picChg chg="add del mod">
          <ac:chgData name="sharleen guerrero" userId="3aa031e9-e6a7-468f-bc3b-fce99a2b0b37" providerId="ADAL" clId="{A08EFAD0-E507-44ED-BFB5-F5D566E874EF}" dt="2026-05-15T18:32:32.520" v="3" actId="478"/>
          <ac:picMkLst>
            <pc:docMk/>
            <pc:sldMk cId="4195861138" sldId="260"/>
            <ac:picMk id="7" creationId="{99882C19-2EFA-7393-24AF-0834BF7CC95B}"/>
          </ac:picMkLst>
        </pc:picChg>
        <pc:picChg chg="add mod ord">
          <ac:chgData name="sharleen guerrero" userId="3aa031e9-e6a7-468f-bc3b-fce99a2b0b37" providerId="ADAL" clId="{A08EFAD0-E507-44ED-BFB5-F5D566E874EF}" dt="2026-05-15T18:43:45.154" v="122" actId="26606"/>
          <ac:picMkLst>
            <pc:docMk/>
            <pc:sldMk cId="4195861138" sldId="260"/>
            <ac:picMk id="11" creationId="{73E8EC87-6179-F91D-6042-056A7A2537CC}"/>
          </ac:picMkLst>
        </pc:picChg>
        <pc:picChg chg="add mod ord">
          <ac:chgData name="sharleen guerrero" userId="3aa031e9-e6a7-468f-bc3b-fce99a2b0b37" providerId="ADAL" clId="{A08EFAD0-E507-44ED-BFB5-F5D566E874EF}" dt="2026-05-15T18:43:45.159" v="123" actId="26606"/>
          <ac:picMkLst>
            <pc:docMk/>
            <pc:sldMk cId="4195861138" sldId="260"/>
            <ac:picMk id="13" creationId="{0082C173-0997-996D-834F-6D95AF485C60}"/>
          </ac:picMkLst>
        </pc:picChg>
        <pc:picChg chg="add del mod">
          <ac:chgData name="sharleen guerrero" userId="3aa031e9-e6a7-468f-bc3b-fce99a2b0b37" providerId="ADAL" clId="{A08EFAD0-E507-44ED-BFB5-F5D566E874EF}" dt="2026-05-15T18:43:50.331" v="124" actId="478"/>
          <ac:picMkLst>
            <pc:docMk/>
            <pc:sldMk cId="4195861138" sldId="260"/>
            <ac:picMk id="16" creationId="{2205400E-A18B-D900-82FF-614B219692AC}"/>
          </ac:picMkLst>
        </pc:picChg>
        <pc:cxnChg chg="add">
          <ac:chgData name="sharleen guerrero" userId="3aa031e9-e6a7-468f-bc3b-fce99a2b0b37" providerId="ADAL" clId="{A08EFAD0-E507-44ED-BFB5-F5D566E874EF}" dt="2026-05-15T18:42:08.979" v="115" actId="26606"/>
          <ac:cxnSpMkLst>
            <pc:docMk/>
            <pc:sldMk cId="4195861138" sldId="260"/>
            <ac:cxnSpMk id="21" creationId="{EE504C98-6397-41C1-A8D8-2D9C4ED307E0}"/>
          </ac:cxnSpMkLst>
        </pc:cxnChg>
      </pc:sldChg>
      <pc:sldChg chg="modSp mod">
        <pc:chgData name="sharleen guerrero" userId="3aa031e9-e6a7-468f-bc3b-fce99a2b0b37" providerId="ADAL" clId="{A08EFAD0-E507-44ED-BFB5-F5D566E874EF}" dt="2026-05-15T18:54:22.042" v="161" actId="113"/>
        <pc:sldMkLst>
          <pc:docMk/>
          <pc:sldMk cId="3603843796" sldId="261"/>
        </pc:sldMkLst>
        <pc:spChg chg="mod">
          <ac:chgData name="sharleen guerrero" userId="3aa031e9-e6a7-468f-bc3b-fce99a2b0b37" providerId="ADAL" clId="{A08EFAD0-E507-44ED-BFB5-F5D566E874EF}" dt="2026-05-15T18:46:41.296" v="156" actId="2711"/>
          <ac:spMkLst>
            <pc:docMk/>
            <pc:sldMk cId="3603843796" sldId="261"/>
            <ac:spMk id="2" creationId="{C78CBE6D-00BE-4AE8-5077-04FB1B06D803}"/>
          </ac:spMkLst>
        </pc:spChg>
        <pc:spChg chg="mod">
          <ac:chgData name="sharleen guerrero" userId="3aa031e9-e6a7-468f-bc3b-fce99a2b0b37" providerId="ADAL" clId="{A08EFAD0-E507-44ED-BFB5-F5D566E874EF}" dt="2026-05-15T18:46:36.825" v="155" actId="2711"/>
          <ac:spMkLst>
            <pc:docMk/>
            <pc:sldMk cId="3603843796" sldId="261"/>
            <ac:spMk id="3" creationId="{2F26DEDA-5B1C-F049-0073-E6C0BDAECC50}"/>
          </ac:spMkLst>
        </pc:spChg>
        <pc:spChg chg="mod">
          <ac:chgData name="sharleen guerrero" userId="3aa031e9-e6a7-468f-bc3b-fce99a2b0b37" providerId="ADAL" clId="{A08EFAD0-E507-44ED-BFB5-F5D566E874EF}" dt="2026-05-15T18:54:22.042" v="161" actId="113"/>
          <ac:spMkLst>
            <pc:docMk/>
            <pc:sldMk cId="3603843796" sldId="261"/>
            <ac:spMk id="5" creationId="{D9E71B11-2E10-3186-A270-F77093484269}"/>
          </ac:spMkLst>
        </pc:spChg>
      </pc:sldChg>
      <pc:sldChg chg="modSp mod">
        <pc:chgData name="sharleen guerrero" userId="3aa031e9-e6a7-468f-bc3b-fce99a2b0b37" providerId="ADAL" clId="{A08EFAD0-E507-44ED-BFB5-F5D566E874EF}" dt="2026-05-15T18:54:18.420" v="160" actId="20577"/>
        <pc:sldMkLst>
          <pc:docMk/>
          <pc:sldMk cId="805440858" sldId="262"/>
        </pc:sldMkLst>
        <pc:spChg chg="mod">
          <ac:chgData name="sharleen guerrero" userId="3aa031e9-e6a7-468f-bc3b-fce99a2b0b37" providerId="ADAL" clId="{A08EFAD0-E507-44ED-BFB5-F5D566E874EF}" dt="2026-05-15T18:46:24.583" v="153" actId="2711"/>
          <ac:spMkLst>
            <pc:docMk/>
            <pc:sldMk cId="805440858" sldId="262"/>
            <ac:spMk id="2" creationId="{A608701B-8D63-78A4-F09C-C1CEAB5A5866}"/>
          </ac:spMkLst>
        </pc:spChg>
        <pc:spChg chg="mod">
          <ac:chgData name="sharleen guerrero" userId="3aa031e9-e6a7-468f-bc3b-fce99a2b0b37" providerId="ADAL" clId="{A08EFAD0-E507-44ED-BFB5-F5D566E874EF}" dt="2026-05-15T18:54:18.420" v="160" actId="20577"/>
          <ac:spMkLst>
            <pc:docMk/>
            <pc:sldMk cId="805440858" sldId="262"/>
            <ac:spMk id="3" creationId="{C0139F78-FC21-7D9E-E1DC-84CD7F33BC8F}"/>
          </ac:spMkLst>
        </pc:spChg>
      </pc:sldChg>
    </pc:docChg>
  </pc:docChgLst>
  <pc:docChgLst>
    <pc:chgData name="sharleen guerrero" userId="S::sguerrero@my.yearupunited.org::3aa031e9-e6a7-468f-bc3b-fce99a2b0b37" providerId="AD" clId="Web-{2F60D1F5-12D5-58F8-D891-61E24146C62D}"/>
    <pc:docChg chg="addSld modSld">
      <pc:chgData name="sharleen guerrero" userId="S::sguerrero@my.yearupunited.org::3aa031e9-e6a7-468f-bc3b-fce99a2b0b37" providerId="AD" clId="Web-{2F60D1F5-12D5-58F8-D891-61E24146C62D}" dt="2026-05-15T18:28:32.551" v="111" actId="20577"/>
      <pc:docMkLst>
        <pc:docMk/>
      </pc:docMkLst>
      <pc:sldChg chg="addSp modSp mod setBg">
        <pc:chgData name="sharleen guerrero" userId="S::sguerrero@my.yearupunited.org::3aa031e9-e6a7-468f-bc3b-fce99a2b0b37" providerId="AD" clId="Web-{2F60D1F5-12D5-58F8-D891-61E24146C62D}" dt="2026-05-15T18:22:02.361" v="78" actId="20577"/>
        <pc:sldMkLst>
          <pc:docMk/>
          <pc:sldMk cId="109857222" sldId="256"/>
        </pc:sldMkLst>
        <pc:spChg chg="mod">
          <ac:chgData name="sharleen guerrero" userId="S::sguerrero@my.yearupunited.org::3aa031e9-e6a7-468f-bc3b-fce99a2b0b37" providerId="AD" clId="Web-{2F60D1F5-12D5-58F8-D891-61E24146C62D}" dt="2026-05-15T18:21:42.202" v="74" actId="20577"/>
          <ac:spMkLst>
            <pc:docMk/>
            <pc:sldMk cId="109857222" sldId="256"/>
            <ac:spMk id="2" creationId="{00000000-0000-0000-0000-000000000000}"/>
          </ac:spMkLst>
        </pc:spChg>
        <pc:spChg chg="mod">
          <ac:chgData name="sharleen guerrero" userId="S::sguerrero@my.yearupunited.org::3aa031e9-e6a7-468f-bc3b-fce99a2b0b37" providerId="AD" clId="Web-{2F60D1F5-12D5-58F8-D891-61E24146C62D}" dt="2026-05-15T18:22:02.361" v="78" actId="20577"/>
          <ac:spMkLst>
            <pc:docMk/>
            <pc:sldMk cId="109857222" sldId="256"/>
            <ac:spMk id="3" creationId="{00000000-0000-0000-0000-000000000000}"/>
          </ac:spMkLst>
        </pc:spChg>
        <pc:spChg chg="add">
          <ac:chgData name="sharleen guerrero" userId="S::sguerrero@my.yearupunited.org::3aa031e9-e6a7-468f-bc3b-fce99a2b0b37" providerId="AD" clId="Web-{2F60D1F5-12D5-58F8-D891-61E24146C62D}" dt="2026-05-15T18:20:21.359" v="73"/>
          <ac:spMkLst>
            <pc:docMk/>
            <pc:sldMk cId="109857222" sldId="256"/>
            <ac:spMk id="9" creationId="{362D44EE-C852-4460-B8B5-C4F2BC20510C}"/>
          </ac:spMkLst>
        </pc:spChg>
        <pc:spChg chg="add">
          <ac:chgData name="sharleen guerrero" userId="S::sguerrero@my.yearupunited.org::3aa031e9-e6a7-468f-bc3b-fce99a2b0b37" providerId="AD" clId="Web-{2F60D1F5-12D5-58F8-D891-61E24146C62D}" dt="2026-05-15T18:20:21.359" v="73"/>
          <ac:spMkLst>
            <pc:docMk/>
            <pc:sldMk cId="109857222" sldId="256"/>
            <ac:spMk id="11" creationId="{658970D8-8D1D-4B5C-894B-E871CC86543D}"/>
          </ac:spMkLst>
        </pc:spChg>
        <pc:spChg chg="add">
          <ac:chgData name="sharleen guerrero" userId="S::sguerrero@my.yearupunited.org::3aa031e9-e6a7-468f-bc3b-fce99a2b0b37" providerId="AD" clId="Web-{2F60D1F5-12D5-58F8-D891-61E24146C62D}" dt="2026-05-15T18:20:21.359" v="73"/>
          <ac:spMkLst>
            <pc:docMk/>
            <pc:sldMk cId="109857222" sldId="256"/>
            <ac:spMk id="13" creationId="{F227E5B6-9132-43CA-B503-37A18562ADF2}"/>
          </ac:spMkLst>
        </pc:spChg>
        <pc:spChg chg="add">
          <ac:chgData name="sharleen guerrero" userId="S::sguerrero@my.yearupunited.org::3aa031e9-e6a7-468f-bc3b-fce99a2b0b37" providerId="AD" clId="Web-{2F60D1F5-12D5-58F8-D891-61E24146C62D}" dt="2026-05-15T18:20:21.359" v="73"/>
          <ac:spMkLst>
            <pc:docMk/>
            <pc:sldMk cId="109857222" sldId="256"/>
            <ac:spMk id="15" creationId="{03C2051E-A88D-48E5-BACF-AAED17892722}"/>
          </ac:spMkLst>
        </pc:spChg>
        <pc:spChg chg="add">
          <ac:chgData name="sharleen guerrero" userId="S::sguerrero@my.yearupunited.org::3aa031e9-e6a7-468f-bc3b-fce99a2b0b37" providerId="AD" clId="Web-{2F60D1F5-12D5-58F8-D891-61E24146C62D}" dt="2026-05-15T18:20:21.359" v="73"/>
          <ac:spMkLst>
            <pc:docMk/>
            <pc:sldMk cId="109857222" sldId="256"/>
            <ac:spMk id="17" creationId="{7821A508-2985-4905-874A-527429BAABFA}"/>
          </ac:spMkLst>
        </pc:spChg>
        <pc:spChg chg="add">
          <ac:chgData name="sharleen guerrero" userId="S::sguerrero@my.yearupunited.org::3aa031e9-e6a7-468f-bc3b-fce99a2b0b37" providerId="AD" clId="Web-{2F60D1F5-12D5-58F8-D891-61E24146C62D}" dt="2026-05-15T18:20:21.359" v="73"/>
          <ac:spMkLst>
            <pc:docMk/>
            <pc:sldMk cId="109857222" sldId="256"/>
            <ac:spMk id="19" creationId="{D2929CB1-0E3C-4B2D-ADC5-0154FB33BA44}"/>
          </ac:spMkLst>
        </pc:spChg>
        <pc:spChg chg="add">
          <ac:chgData name="sharleen guerrero" userId="S::sguerrero@my.yearupunited.org::3aa031e9-e6a7-468f-bc3b-fce99a2b0b37" providerId="AD" clId="Web-{2F60D1F5-12D5-58F8-D891-61E24146C62D}" dt="2026-05-15T18:20:21.359" v="73"/>
          <ac:spMkLst>
            <pc:docMk/>
            <pc:sldMk cId="109857222" sldId="256"/>
            <ac:spMk id="21" creationId="{5F2F0C84-BE8C-4DC2-A6D3-30349A801D5C}"/>
          </ac:spMkLst>
        </pc:spChg>
        <pc:picChg chg="add mod">
          <ac:chgData name="sharleen guerrero" userId="S::sguerrero@my.yearupunited.org::3aa031e9-e6a7-468f-bc3b-fce99a2b0b37" providerId="AD" clId="Web-{2F60D1F5-12D5-58F8-D891-61E24146C62D}" dt="2026-05-15T18:20:21.359" v="73"/>
          <ac:picMkLst>
            <pc:docMk/>
            <pc:sldMk cId="109857222" sldId="256"/>
            <ac:picMk id="4" creationId="{6FD37530-6CB0-0541-0E04-90D80DE4D56B}"/>
          </ac:picMkLst>
        </pc:picChg>
      </pc:sldChg>
      <pc:sldChg chg="new">
        <pc:chgData name="sharleen guerrero" userId="S::sguerrero@my.yearupunited.org::3aa031e9-e6a7-468f-bc3b-fce99a2b0b37" providerId="AD" clId="Web-{2F60D1F5-12D5-58F8-D891-61E24146C62D}" dt="2026-05-15T18:19:21.825" v="69"/>
        <pc:sldMkLst>
          <pc:docMk/>
          <pc:sldMk cId="1601977242" sldId="257"/>
        </pc:sldMkLst>
      </pc:sldChg>
      <pc:sldChg chg="modSp new">
        <pc:chgData name="sharleen guerrero" userId="S::sguerrero@my.yearupunited.org::3aa031e9-e6a7-468f-bc3b-fce99a2b0b37" providerId="AD" clId="Web-{2F60D1F5-12D5-58F8-D891-61E24146C62D}" dt="2026-05-15T18:28:32.551" v="111" actId="20577"/>
        <pc:sldMkLst>
          <pc:docMk/>
          <pc:sldMk cId="4195861138" sldId="260"/>
        </pc:sldMkLst>
        <pc:spChg chg="mod">
          <ac:chgData name="sharleen guerrero" userId="S::sguerrero@my.yearupunited.org::3aa031e9-e6a7-468f-bc3b-fce99a2b0b37" providerId="AD" clId="Web-{2F60D1F5-12D5-58F8-D891-61E24146C62D}" dt="2026-05-15T18:28:32.551" v="111" actId="20577"/>
          <ac:spMkLst>
            <pc:docMk/>
            <pc:sldMk cId="4195861138" sldId="260"/>
            <ac:spMk id="2" creationId="{535C975D-4DA2-39DC-D644-43663AAA4684}"/>
          </ac:spMkLst>
        </pc:spChg>
      </pc:sldChg>
    </pc:docChg>
  </pc:docChgLst>
  <pc:docChgLst>
    <pc:chgData name="leon poulson" userId="6e765326-b44d-4482-9f79-27576645c3d1" providerId="ADAL" clId="{318054C6-CF62-49F8-A705-72C4F67DDD61}"/>
    <pc:docChg chg="undo redo custSel addSld delSld modSld">
      <pc:chgData name="leon poulson" userId="6e765326-b44d-4482-9f79-27576645c3d1" providerId="ADAL" clId="{318054C6-CF62-49F8-A705-72C4F67DDD61}" dt="2026-05-15T18:43:45.251" v="365" actId="6549"/>
      <pc:docMkLst>
        <pc:docMk/>
      </pc:docMkLst>
      <pc:sldChg chg="addSp delSp modSp mod setBg">
        <pc:chgData name="leon poulson" userId="6e765326-b44d-4482-9f79-27576645c3d1" providerId="ADAL" clId="{318054C6-CF62-49F8-A705-72C4F67DDD61}" dt="2026-05-15T18:41:08.034" v="171" actId="26606"/>
        <pc:sldMkLst>
          <pc:docMk/>
          <pc:sldMk cId="1601977242" sldId="257"/>
        </pc:sldMkLst>
        <pc:spChg chg="mod">
          <ac:chgData name="leon poulson" userId="6e765326-b44d-4482-9f79-27576645c3d1" providerId="ADAL" clId="{318054C6-CF62-49F8-A705-72C4F67DDD61}" dt="2026-05-15T18:41:08.034" v="171" actId="26606"/>
          <ac:spMkLst>
            <pc:docMk/>
            <pc:sldMk cId="1601977242" sldId="257"/>
            <ac:spMk id="2" creationId="{587C5ACD-C1A3-4E8D-9544-AD3613D49CE9}"/>
          </ac:spMkLst>
        </pc:spChg>
        <pc:spChg chg="mod">
          <ac:chgData name="leon poulson" userId="6e765326-b44d-4482-9f79-27576645c3d1" providerId="ADAL" clId="{318054C6-CF62-49F8-A705-72C4F67DDD61}" dt="2026-05-15T18:41:08.034" v="171" actId="26606"/>
          <ac:spMkLst>
            <pc:docMk/>
            <pc:sldMk cId="1601977242" sldId="257"/>
            <ac:spMk id="3" creationId="{AEE6E4BF-E0B3-3C84-BF12-DA6705C41260}"/>
          </ac:spMkLst>
        </pc:spChg>
        <pc:spChg chg="add del">
          <ac:chgData name="leon poulson" userId="6e765326-b44d-4482-9f79-27576645c3d1" providerId="ADAL" clId="{318054C6-CF62-49F8-A705-72C4F67DDD61}" dt="2026-05-15T18:39:35.581" v="158" actId="26606"/>
          <ac:spMkLst>
            <pc:docMk/>
            <pc:sldMk cId="1601977242" sldId="257"/>
            <ac:spMk id="9" creationId="{C0763A76-9F1C-4FC5-82B7-DD475DA461B2}"/>
          </ac:spMkLst>
        </pc:spChg>
        <pc:spChg chg="add del">
          <ac:chgData name="leon poulson" userId="6e765326-b44d-4482-9f79-27576645c3d1" providerId="ADAL" clId="{318054C6-CF62-49F8-A705-72C4F67DDD61}" dt="2026-05-15T18:39:35.581" v="158" actId="26606"/>
          <ac:spMkLst>
            <pc:docMk/>
            <pc:sldMk cId="1601977242" sldId="257"/>
            <ac:spMk id="11" creationId="{E81BF4F6-F2CF-4984-9D14-D6966D92F99F}"/>
          </ac:spMkLst>
        </pc:spChg>
        <pc:spChg chg="add del">
          <ac:chgData name="leon poulson" userId="6e765326-b44d-4482-9f79-27576645c3d1" providerId="ADAL" clId="{318054C6-CF62-49F8-A705-72C4F67DDD61}" dt="2026-05-15T18:39:35.575" v="157" actId="26606"/>
          <ac:spMkLst>
            <pc:docMk/>
            <pc:sldMk cId="1601977242" sldId="257"/>
            <ac:spMk id="16" creationId="{560AFAAC-EA6C-45A9-9E03-C9C9F0193B4F}"/>
          </ac:spMkLst>
        </pc:spChg>
        <pc:spChg chg="add del">
          <ac:chgData name="leon poulson" userId="6e765326-b44d-4482-9f79-27576645c3d1" providerId="ADAL" clId="{318054C6-CF62-49F8-A705-72C4F67DDD61}" dt="2026-05-15T18:39:35.575" v="157" actId="26606"/>
          <ac:spMkLst>
            <pc:docMk/>
            <pc:sldMk cId="1601977242" sldId="257"/>
            <ac:spMk id="18" creationId="{83549E37-C86B-4401-90BD-D8BF83859F14}"/>
          </ac:spMkLst>
        </pc:spChg>
        <pc:spChg chg="add del">
          <ac:chgData name="leon poulson" userId="6e765326-b44d-4482-9f79-27576645c3d1" providerId="ADAL" clId="{318054C6-CF62-49F8-A705-72C4F67DDD61}" dt="2026-05-15T18:39:35.575" v="157" actId="26606"/>
          <ac:spMkLst>
            <pc:docMk/>
            <pc:sldMk cId="1601977242" sldId="257"/>
            <ac:spMk id="20" creationId="{8A17784E-76D8-4521-A77D-0D2EBB923004}"/>
          </ac:spMkLst>
        </pc:spChg>
        <pc:spChg chg="add del">
          <ac:chgData name="leon poulson" userId="6e765326-b44d-4482-9f79-27576645c3d1" providerId="ADAL" clId="{318054C6-CF62-49F8-A705-72C4F67DDD61}" dt="2026-05-15T18:39:35.575" v="157" actId="26606"/>
          <ac:spMkLst>
            <pc:docMk/>
            <pc:sldMk cId="1601977242" sldId="257"/>
            <ac:spMk id="22" creationId="{C0036C6B-F09C-4EAB-AE02-8D056EE74856}"/>
          </ac:spMkLst>
        </pc:spChg>
        <pc:spChg chg="add del">
          <ac:chgData name="leon poulson" userId="6e765326-b44d-4482-9f79-27576645c3d1" providerId="ADAL" clId="{318054C6-CF62-49F8-A705-72C4F67DDD61}" dt="2026-05-15T18:39:35.575" v="157" actId="26606"/>
          <ac:spMkLst>
            <pc:docMk/>
            <pc:sldMk cId="1601977242" sldId="257"/>
            <ac:spMk id="24" creationId="{FC8D5885-2804-4D3C-BE31-902E4D3279B0}"/>
          </ac:spMkLst>
        </pc:spChg>
        <pc:spChg chg="add del">
          <ac:chgData name="leon poulson" userId="6e765326-b44d-4482-9f79-27576645c3d1" providerId="ADAL" clId="{318054C6-CF62-49F8-A705-72C4F67DDD61}" dt="2026-05-15T18:41:08.034" v="171" actId="26606"/>
          <ac:spMkLst>
            <pc:docMk/>
            <pc:sldMk cId="1601977242" sldId="257"/>
            <ac:spMk id="26" creationId="{F13C74B1-5B17-4795-BED0-7140497B445A}"/>
          </ac:spMkLst>
        </pc:spChg>
        <pc:spChg chg="add del">
          <ac:chgData name="leon poulson" userId="6e765326-b44d-4482-9f79-27576645c3d1" providerId="ADAL" clId="{318054C6-CF62-49F8-A705-72C4F67DDD61}" dt="2026-05-15T18:41:08.034" v="171" actId="26606"/>
          <ac:spMkLst>
            <pc:docMk/>
            <pc:sldMk cId="1601977242" sldId="257"/>
            <ac:spMk id="27" creationId="{D4974D33-8DC5-464E-8C6D-BE58F0669C17}"/>
          </ac:spMkLst>
        </pc:spChg>
        <pc:spChg chg="add">
          <ac:chgData name="leon poulson" userId="6e765326-b44d-4482-9f79-27576645c3d1" providerId="ADAL" clId="{318054C6-CF62-49F8-A705-72C4F67DDD61}" dt="2026-05-15T18:41:08.034" v="171" actId="26606"/>
          <ac:spMkLst>
            <pc:docMk/>
            <pc:sldMk cId="1601977242" sldId="257"/>
            <ac:spMk id="32" creationId="{560AFAAC-EA6C-45A9-9E03-C9C9F0193B4F}"/>
          </ac:spMkLst>
        </pc:spChg>
        <pc:spChg chg="add">
          <ac:chgData name="leon poulson" userId="6e765326-b44d-4482-9f79-27576645c3d1" providerId="ADAL" clId="{318054C6-CF62-49F8-A705-72C4F67DDD61}" dt="2026-05-15T18:41:08.034" v="171" actId="26606"/>
          <ac:spMkLst>
            <pc:docMk/>
            <pc:sldMk cId="1601977242" sldId="257"/>
            <ac:spMk id="34" creationId="{83549E37-C86B-4401-90BD-D8BF83859F14}"/>
          </ac:spMkLst>
        </pc:spChg>
        <pc:spChg chg="add">
          <ac:chgData name="leon poulson" userId="6e765326-b44d-4482-9f79-27576645c3d1" providerId="ADAL" clId="{318054C6-CF62-49F8-A705-72C4F67DDD61}" dt="2026-05-15T18:41:08.034" v="171" actId="26606"/>
          <ac:spMkLst>
            <pc:docMk/>
            <pc:sldMk cId="1601977242" sldId="257"/>
            <ac:spMk id="36" creationId="{8A17784E-76D8-4521-A77D-0D2EBB923004}"/>
          </ac:spMkLst>
        </pc:spChg>
        <pc:spChg chg="add">
          <ac:chgData name="leon poulson" userId="6e765326-b44d-4482-9f79-27576645c3d1" providerId="ADAL" clId="{318054C6-CF62-49F8-A705-72C4F67DDD61}" dt="2026-05-15T18:41:08.034" v="171" actId="26606"/>
          <ac:spMkLst>
            <pc:docMk/>
            <pc:sldMk cId="1601977242" sldId="257"/>
            <ac:spMk id="38" creationId="{C0036C6B-F09C-4EAB-AE02-8D056EE74856}"/>
          </ac:spMkLst>
        </pc:spChg>
        <pc:spChg chg="add">
          <ac:chgData name="leon poulson" userId="6e765326-b44d-4482-9f79-27576645c3d1" providerId="ADAL" clId="{318054C6-CF62-49F8-A705-72C4F67DDD61}" dt="2026-05-15T18:41:08.034" v="171" actId="26606"/>
          <ac:spMkLst>
            <pc:docMk/>
            <pc:sldMk cId="1601977242" sldId="257"/>
            <ac:spMk id="40" creationId="{FC8D5885-2804-4D3C-BE31-902E4D3279B0}"/>
          </ac:spMkLst>
        </pc:spChg>
        <pc:picChg chg="add mod ord">
          <ac:chgData name="leon poulson" userId="6e765326-b44d-4482-9f79-27576645c3d1" providerId="ADAL" clId="{318054C6-CF62-49F8-A705-72C4F67DDD61}" dt="2026-05-15T18:41:08.034" v="171" actId="26606"/>
          <ac:picMkLst>
            <pc:docMk/>
            <pc:sldMk cId="1601977242" sldId="257"/>
            <ac:picMk id="5" creationId="{51C4240F-4D93-F3B4-8F98-FFF9CBEC55BD}"/>
          </ac:picMkLst>
        </pc:picChg>
      </pc:sldChg>
      <pc:sldChg chg="addSp delSp modSp mod setBg">
        <pc:chgData name="leon poulson" userId="6e765326-b44d-4482-9f79-27576645c3d1" providerId="ADAL" clId="{318054C6-CF62-49F8-A705-72C4F67DDD61}" dt="2026-05-15T18:39:17.436" v="155" actId="26606"/>
        <pc:sldMkLst>
          <pc:docMk/>
          <pc:sldMk cId="535070564" sldId="258"/>
        </pc:sldMkLst>
        <pc:spChg chg="mod">
          <ac:chgData name="leon poulson" userId="6e765326-b44d-4482-9f79-27576645c3d1" providerId="ADAL" clId="{318054C6-CF62-49F8-A705-72C4F67DDD61}" dt="2026-05-15T18:39:17.436" v="155" actId="26606"/>
          <ac:spMkLst>
            <pc:docMk/>
            <pc:sldMk cId="535070564" sldId="258"/>
            <ac:spMk id="2" creationId="{4EF892CF-1C8B-AF4D-540C-C6600B679866}"/>
          </ac:spMkLst>
        </pc:spChg>
        <pc:spChg chg="add del mod">
          <ac:chgData name="leon poulson" userId="6e765326-b44d-4482-9f79-27576645c3d1" providerId="ADAL" clId="{318054C6-CF62-49F8-A705-72C4F67DDD61}" dt="2026-05-15T18:33:39.144" v="79" actId="26606"/>
          <ac:spMkLst>
            <pc:docMk/>
            <pc:sldMk cId="535070564" sldId="258"/>
            <ac:spMk id="3" creationId="{AB429D72-8DF9-971F-35C7-ED1AE13724E6}"/>
          </ac:spMkLst>
        </pc:spChg>
        <pc:spChg chg="add del">
          <ac:chgData name="leon poulson" userId="6e765326-b44d-4482-9f79-27576645c3d1" providerId="ADAL" clId="{318054C6-CF62-49F8-A705-72C4F67DDD61}" dt="2026-05-15T18:33:18.932" v="72" actId="26606"/>
          <ac:spMkLst>
            <pc:docMk/>
            <pc:sldMk cId="535070564" sldId="258"/>
            <ac:spMk id="9" creationId="{9F7D5CDA-D291-4307-BF55-1381FED29634}"/>
          </ac:spMkLst>
        </pc:spChg>
        <pc:spChg chg="add del">
          <ac:chgData name="leon poulson" userId="6e765326-b44d-4482-9f79-27576645c3d1" providerId="ADAL" clId="{318054C6-CF62-49F8-A705-72C4F67DDD61}" dt="2026-05-15T18:33:21.111" v="74" actId="26606"/>
          <ac:spMkLst>
            <pc:docMk/>
            <pc:sldMk cId="535070564" sldId="258"/>
            <ac:spMk id="11" creationId="{256B2C21-A230-48C0-8DF1-C46611373C44}"/>
          </ac:spMkLst>
        </pc:spChg>
        <pc:spChg chg="add del">
          <ac:chgData name="leon poulson" userId="6e765326-b44d-4482-9f79-27576645c3d1" providerId="ADAL" clId="{318054C6-CF62-49F8-A705-72C4F67DDD61}" dt="2026-05-15T18:33:21.111" v="74" actId="26606"/>
          <ac:spMkLst>
            <pc:docMk/>
            <pc:sldMk cId="535070564" sldId="258"/>
            <ac:spMk id="12" creationId="{BACC6370-2D7E-4714-9D71-7542949D7D5D}"/>
          </ac:spMkLst>
        </pc:spChg>
        <pc:spChg chg="add del">
          <ac:chgData name="leon poulson" userId="6e765326-b44d-4482-9f79-27576645c3d1" providerId="ADAL" clId="{318054C6-CF62-49F8-A705-72C4F67DDD61}" dt="2026-05-15T18:33:21.111" v="74" actId="26606"/>
          <ac:spMkLst>
            <pc:docMk/>
            <pc:sldMk cId="535070564" sldId="258"/>
            <ac:spMk id="13" creationId="{3847E18C-932D-4C95-AABA-FEC7C9499AD7}"/>
          </ac:spMkLst>
        </pc:spChg>
        <pc:spChg chg="add del">
          <ac:chgData name="leon poulson" userId="6e765326-b44d-4482-9f79-27576645c3d1" providerId="ADAL" clId="{318054C6-CF62-49F8-A705-72C4F67DDD61}" dt="2026-05-15T18:33:21.111" v="74" actId="26606"/>
          <ac:spMkLst>
            <pc:docMk/>
            <pc:sldMk cId="535070564" sldId="258"/>
            <ac:spMk id="15" creationId="{3150CB11-0C61-439E-910F-5787759E72A0}"/>
          </ac:spMkLst>
        </pc:spChg>
        <pc:spChg chg="add del">
          <ac:chgData name="leon poulson" userId="6e765326-b44d-4482-9f79-27576645c3d1" providerId="ADAL" clId="{318054C6-CF62-49F8-A705-72C4F67DDD61}" dt="2026-05-15T18:33:21.111" v="74" actId="26606"/>
          <ac:spMkLst>
            <pc:docMk/>
            <pc:sldMk cId="535070564" sldId="258"/>
            <ac:spMk id="17" creationId="{43F8A58B-5155-44CE-A5FF-7647B47D0A7A}"/>
          </ac:spMkLst>
        </pc:spChg>
        <pc:spChg chg="add del">
          <ac:chgData name="leon poulson" userId="6e765326-b44d-4482-9f79-27576645c3d1" providerId="ADAL" clId="{318054C6-CF62-49F8-A705-72C4F67DDD61}" dt="2026-05-15T18:33:21.111" v="74" actId="26606"/>
          <ac:spMkLst>
            <pc:docMk/>
            <pc:sldMk cId="535070564" sldId="258"/>
            <ac:spMk id="19" creationId="{443F2ACA-E6D6-4028-82DD-F03C262D5DE6}"/>
          </ac:spMkLst>
        </pc:spChg>
        <pc:spChg chg="add del">
          <ac:chgData name="leon poulson" userId="6e765326-b44d-4482-9f79-27576645c3d1" providerId="ADAL" clId="{318054C6-CF62-49F8-A705-72C4F67DDD61}" dt="2026-05-15T18:33:23.647" v="76" actId="26606"/>
          <ac:spMkLst>
            <pc:docMk/>
            <pc:sldMk cId="535070564" sldId="258"/>
            <ac:spMk id="21" creationId="{9F7D5CDA-D291-4307-BF55-1381FED29634}"/>
          </ac:spMkLst>
        </pc:spChg>
        <pc:spChg chg="add del">
          <ac:chgData name="leon poulson" userId="6e765326-b44d-4482-9f79-27576645c3d1" providerId="ADAL" clId="{318054C6-CF62-49F8-A705-72C4F67DDD61}" dt="2026-05-15T18:33:23.647" v="76" actId="26606"/>
          <ac:spMkLst>
            <pc:docMk/>
            <pc:sldMk cId="535070564" sldId="258"/>
            <ac:spMk id="22" creationId="{AB429D72-8DF9-971F-35C7-ED1AE13724E6}"/>
          </ac:spMkLst>
        </pc:spChg>
        <pc:spChg chg="add del">
          <ac:chgData name="leon poulson" userId="6e765326-b44d-4482-9f79-27576645c3d1" providerId="ADAL" clId="{318054C6-CF62-49F8-A705-72C4F67DDD61}" dt="2026-05-15T18:33:39.119" v="78" actId="26606"/>
          <ac:spMkLst>
            <pc:docMk/>
            <pc:sldMk cId="535070564" sldId="258"/>
            <ac:spMk id="25" creationId="{9F7D5CDA-D291-4307-BF55-1381FED29634}"/>
          </ac:spMkLst>
        </pc:spChg>
        <pc:spChg chg="add del">
          <ac:chgData name="leon poulson" userId="6e765326-b44d-4482-9f79-27576645c3d1" providerId="ADAL" clId="{318054C6-CF62-49F8-A705-72C4F67DDD61}" dt="2026-05-15T18:33:39.119" v="78" actId="26606"/>
          <ac:spMkLst>
            <pc:docMk/>
            <pc:sldMk cId="535070564" sldId="258"/>
            <ac:spMk id="27" creationId="{59B296B9-C5A5-4E4F-9B60-C907B5F1466C}"/>
          </ac:spMkLst>
        </pc:spChg>
        <pc:spChg chg="add del">
          <ac:chgData name="leon poulson" userId="6e765326-b44d-4482-9f79-27576645c3d1" providerId="ADAL" clId="{318054C6-CF62-49F8-A705-72C4F67DDD61}" dt="2026-05-15T18:33:39.119" v="78" actId="26606"/>
          <ac:spMkLst>
            <pc:docMk/>
            <pc:sldMk cId="535070564" sldId="258"/>
            <ac:spMk id="28" creationId="{D0300FD3-5AF1-6305-15FA-9078072672E2}"/>
          </ac:spMkLst>
        </pc:spChg>
        <pc:spChg chg="add del">
          <ac:chgData name="leon poulson" userId="6e765326-b44d-4482-9f79-27576645c3d1" providerId="ADAL" clId="{318054C6-CF62-49F8-A705-72C4F67DDD61}" dt="2026-05-15T18:33:39.119" v="78" actId="26606"/>
          <ac:spMkLst>
            <pc:docMk/>
            <pc:sldMk cId="535070564" sldId="258"/>
            <ac:spMk id="29" creationId="{AB429D72-8DF9-971F-35C7-ED1AE13724E6}"/>
          </ac:spMkLst>
        </pc:spChg>
        <pc:spChg chg="add del">
          <ac:chgData name="leon poulson" userId="6e765326-b44d-4482-9f79-27576645c3d1" providerId="ADAL" clId="{318054C6-CF62-49F8-A705-72C4F67DDD61}" dt="2026-05-15T18:39:17.436" v="155" actId="26606"/>
          <ac:spMkLst>
            <pc:docMk/>
            <pc:sldMk cId="535070564" sldId="258"/>
            <ac:spMk id="31" creationId="{9F7D5CDA-D291-4307-BF55-1381FED29634}"/>
          </ac:spMkLst>
        </pc:spChg>
        <pc:spChg chg="add mod">
          <ac:chgData name="leon poulson" userId="6e765326-b44d-4482-9f79-27576645c3d1" providerId="ADAL" clId="{318054C6-CF62-49F8-A705-72C4F67DDD61}" dt="2026-05-15T18:39:17.436" v="155" actId="26606"/>
          <ac:spMkLst>
            <pc:docMk/>
            <pc:sldMk cId="535070564" sldId="258"/>
            <ac:spMk id="32" creationId="{AB429D72-8DF9-971F-35C7-ED1AE13724E6}"/>
          </ac:spMkLst>
        </pc:spChg>
        <pc:spChg chg="add">
          <ac:chgData name="leon poulson" userId="6e765326-b44d-4482-9f79-27576645c3d1" providerId="ADAL" clId="{318054C6-CF62-49F8-A705-72C4F67DDD61}" dt="2026-05-15T18:39:17.436" v="155" actId="26606"/>
          <ac:spMkLst>
            <pc:docMk/>
            <pc:sldMk cId="535070564" sldId="258"/>
            <ac:spMk id="38" creationId="{560AFAAC-EA6C-45A9-9E03-C9C9F0193B4F}"/>
          </ac:spMkLst>
        </pc:spChg>
        <pc:spChg chg="add">
          <ac:chgData name="leon poulson" userId="6e765326-b44d-4482-9f79-27576645c3d1" providerId="ADAL" clId="{318054C6-CF62-49F8-A705-72C4F67DDD61}" dt="2026-05-15T18:39:17.436" v="155" actId="26606"/>
          <ac:spMkLst>
            <pc:docMk/>
            <pc:sldMk cId="535070564" sldId="258"/>
            <ac:spMk id="40" creationId="{83549E37-C86B-4401-90BD-D8BF83859F14}"/>
          </ac:spMkLst>
        </pc:spChg>
        <pc:spChg chg="add">
          <ac:chgData name="leon poulson" userId="6e765326-b44d-4482-9f79-27576645c3d1" providerId="ADAL" clId="{318054C6-CF62-49F8-A705-72C4F67DDD61}" dt="2026-05-15T18:39:17.436" v="155" actId="26606"/>
          <ac:spMkLst>
            <pc:docMk/>
            <pc:sldMk cId="535070564" sldId="258"/>
            <ac:spMk id="42" creationId="{8A17784E-76D8-4521-A77D-0D2EBB923004}"/>
          </ac:spMkLst>
        </pc:spChg>
        <pc:spChg chg="add">
          <ac:chgData name="leon poulson" userId="6e765326-b44d-4482-9f79-27576645c3d1" providerId="ADAL" clId="{318054C6-CF62-49F8-A705-72C4F67DDD61}" dt="2026-05-15T18:39:17.436" v="155" actId="26606"/>
          <ac:spMkLst>
            <pc:docMk/>
            <pc:sldMk cId="535070564" sldId="258"/>
            <ac:spMk id="44" creationId="{C0036C6B-F09C-4EAB-AE02-8D056EE74856}"/>
          </ac:spMkLst>
        </pc:spChg>
        <pc:spChg chg="add">
          <ac:chgData name="leon poulson" userId="6e765326-b44d-4482-9f79-27576645c3d1" providerId="ADAL" clId="{318054C6-CF62-49F8-A705-72C4F67DDD61}" dt="2026-05-15T18:39:17.436" v="155" actId="26606"/>
          <ac:spMkLst>
            <pc:docMk/>
            <pc:sldMk cId="535070564" sldId="258"/>
            <ac:spMk id="46" creationId="{FC8D5885-2804-4D3C-BE31-902E4D3279B0}"/>
          </ac:spMkLst>
        </pc:spChg>
        <pc:graphicFrameChg chg="add del">
          <ac:chgData name="leon poulson" userId="6e765326-b44d-4482-9f79-27576645c3d1" providerId="ADAL" clId="{318054C6-CF62-49F8-A705-72C4F67DDD61}" dt="2026-05-15T18:33:21.111" v="74" actId="26606"/>
          <ac:graphicFrameMkLst>
            <pc:docMk/>
            <pc:sldMk cId="535070564" sldId="258"/>
            <ac:graphicFrameMk id="14" creationId="{7F2ABE40-9AA0-0992-C35F-26E7265FD116}"/>
          </ac:graphicFrameMkLst>
        </pc:graphicFrameChg>
        <pc:picChg chg="add del">
          <ac:chgData name="leon poulson" userId="6e765326-b44d-4482-9f79-27576645c3d1" providerId="ADAL" clId="{318054C6-CF62-49F8-A705-72C4F67DDD61}" dt="2026-05-15T18:33:18.932" v="72" actId="26606"/>
          <ac:picMkLst>
            <pc:docMk/>
            <pc:sldMk cId="535070564" sldId="258"/>
            <ac:picMk id="5" creationId="{0A791EF7-6A4D-2CE3-EC4B-A0C49D797DAE}"/>
          </ac:picMkLst>
        </pc:picChg>
        <pc:picChg chg="add del">
          <ac:chgData name="leon poulson" userId="6e765326-b44d-4482-9f79-27576645c3d1" providerId="ADAL" clId="{318054C6-CF62-49F8-A705-72C4F67DDD61}" dt="2026-05-15T18:33:23.647" v="76" actId="26606"/>
          <ac:picMkLst>
            <pc:docMk/>
            <pc:sldMk cId="535070564" sldId="258"/>
            <ac:picMk id="23" creationId="{0A791EF7-6A4D-2CE3-EC4B-A0C49D797DAE}"/>
          </ac:picMkLst>
        </pc:picChg>
        <pc:picChg chg="add del">
          <ac:chgData name="leon poulson" userId="6e765326-b44d-4482-9f79-27576645c3d1" providerId="ADAL" clId="{318054C6-CF62-49F8-A705-72C4F67DDD61}" dt="2026-05-15T18:33:39.119" v="78" actId="26606"/>
          <ac:picMkLst>
            <pc:docMk/>
            <pc:sldMk cId="535070564" sldId="258"/>
            <ac:picMk id="26" creationId="{3444E065-7935-0DAE-61B9-3C149F69768C}"/>
          </ac:picMkLst>
        </pc:picChg>
        <pc:picChg chg="add mod ord">
          <ac:chgData name="leon poulson" userId="6e765326-b44d-4482-9f79-27576645c3d1" providerId="ADAL" clId="{318054C6-CF62-49F8-A705-72C4F67DDD61}" dt="2026-05-15T18:39:17.436" v="155" actId="26606"/>
          <ac:picMkLst>
            <pc:docMk/>
            <pc:sldMk cId="535070564" sldId="258"/>
            <ac:picMk id="33" creationId="{0A791EF7-6A4D-2CE3-EC4B-A0C49D797DAE}"/>
          </ac:picMkLst>
        </pc:picChg>
      </pc:sldChg>
      <pc:sldChg chg="addSp delSp modSp new del mod">
        <pc:chgData name="leon poulson" userId="6e765326-b44d-4482-9f79-27576645c3d1" providerId="ADAL" clId="{318054C6-CF62-49F8-A705-72C4F67DDD61}" dt="2026-05-15T18:30:54.140" v="47" actId="2696"/>
        <pc:sldMkLst>
          <pc:docMk/>
          <pc:sldMk cId="3101256153" sldId="259"/>
        </pc:sldMkLst>
        <pc:spChg chg="mod">
          <ac:chgData name="leon poulson" userId="6e765326-b44d-4482-9f79-27576645c3d1" providerId="ADAL" clId="{318054C6-CF62-49F8-A705-72C4F67DDD61}" dt="2026-05-15T18:30:08.354" v="46" actId="20577"/>
          <ac:spMkLst>
            <pc:docMk/>
            <pc:sldMk cId="3101256153" sldId="259"/>
            <ac:spMk id="2" creationId="{A7EB1D37-061D-32EC-BB44-3CF786697C93}"/>
          </ac:spMkLst>
        </pc:spChg>
        <pc:picChg chg="add del">
          <ac:chgData name="leon poulson" userId="6e765326-b44d-4482-9f79-27576645c3d1" providerId="ADAL" clId="{318054C6-CF62-49F8-A705-72C4F67DDD61}" dt="2026-05-15T18:27:29.036" v="29" actId="22"/>
          <ac:picMkLst>
            <pc:docMk/>
            <pc:sldMk cId="3101256153" sldId="259"/>
            <ac:picMk id="5" creationId="{E5E8B3C6-B175-558C-5FB8-9A84DAD95533}"/>
          </ac:picMkLst>
        </pc:picChg>
      </pc:sldChg>
      <pc:sldChg chg="addSp delSp modSp mod setBg">
        <pc:chgData name="leon poulson" userId="6e765326-b44d-4482-9f79-27576645c3d1" providerId="ADAL" clId="{318054C6-CF62-49F8-A705-72C4F67DDD61}" dt="2026-05-15T18:43:45.251" v="365" actId="6549"/>
        <pc:sldMkLst>
          <pc:docMk/>
          <pc:sldMk cId="805440858" sldId="262"/>
        </pc:sldMkLst>
        <pc:spChg chg="mod">
          <ac:chgData name="leon poulson" userId="6e765326-b44d-4482-9f79-27576645c3d1" providerId="ADAL" clId="{318054C6-CF62-49F8-A705-72C4F67DDD61}" dt="2026-05-15T18:41:03.867" v="170" actId="26606"/>
          <ac:spMkLst>
            <pc:docMk/>
            <pc:sldMk cId="805440858" sldId="262"/>
            <ac:spMk id="2" creationId="{A608701B-8D63-78A4-F09C-C1CEAB5A5866}"/>
          </ac:spMkLst>
        </pc:spChg>
        <pc:spChg chg="mod">
          <ac:chgData name="leon poulson" userId="6e765326-b44d-4482-9f79-27576645c3d1" providerId="ADAL" clId="{318054C6-CF62-49F8-A705-72C4F67DDD61}" dt="2026-05-15T18:43:45.251" v="365" actId="6549"/>
          <ac:spMkLst>
            <pc:docMk/>
            <pc:sldMk cId="805440858" sldId="262"/>
            <ac:spMk id="3" creationId="{C0139F78-FC21-7D9E-E1DC-84CD7F33BC8F}"/>
          </ac:spMkLst>
        </pc:spChg>
        <pc:spChg chg="add del">
          <ac:chgData name="leon poulson" userId="6e765326-b44d-4482-9f79-27576645c3d1" providerId="ADAL" clId="{318054C6-CF62-49F8-A705-72C4F67DDD61}" dt="2026-05-15T18:41:03.867" v="170" actId="26606"/>
          <ac:spMkLst>
            <pc:docMk/>
            <pc:sldMk cId="805440858" sldId="262"/>
            <ac:spMk id="14" creationId="{F13C74B1-5B17-4795-BED0-7140497B445A}"/>
          </ac:spMkLst>
        </pc:spChg>
        <pc:spChg chg="add del">
          <ac:chgData name="leon poulson" userId="6e765326-b44d-4482-9f79-27576645c3d1" providerId="ADAL" clId="{318054C6-CF62-49F8-A705-72C4F67DDD61}" dt="2026-05-15T18:41:03.867" v="170" actId="26606"/>
          <ac:spMkLst>
            <pc:docMk/>
            <pc:sldMk cId="805440858" sldId="262"/>
            <ac:spMk id="16" creationId="{D4974D33-8DC5-464E-8C6D-BE58F0669C17}"/>
          </ac:spMkLst>
        </pc:spChg>
        <pc:spChg chg="add del">
          <ac:chgData name="leon poulson" userId="6e765326-b44d-4482-9f79-27576645c3d1" providerId="ADAL" clId="{318054C6-CF62-49F8-A705-72C4F67DDD61}" dt="2026-05-15T18:40:02.901" v="161" actId="26606"/>
          <ac:spMkLst>
            <pc:docMk/>
            <pc:sldMk cId="805440858" sldId="262"/>
            <ac:spMk id="21" creationId="{F94AA2BD-2E3F-4B1D-8127-5744B8115311}"/>
          </ac:spMkLst>
        </pc:spChg>
        <pc:spChg chg="add del">
          <ac:chgData name="leon poulson" userId="6e765326-b44d-4482-9f79-27576645c3d1" providerId="ADAL" clId="{318054C6-CF62-49F8-A705-72C4F67DDD61}" dt="2026-05-15T18:40:02.901" v="161" actId="26606"/>
          <ac:spMkLst>
            <pc:docMk/>
            <pc:sldMk cId="805440858" sldId="262"/>
            <ac:spMk id="23" creationId="{4BD02261-2DC8-4AA8-9E16-7751AE892445}"/>
          </ac:spMkLst>
        </pc:spChg>
        <pc:spChg chg="add del">
          <ac:chgData name="leon poulson" userId="6e765326-b44d-4482-9f79-27576645c3d1" providerId="ADAL" clId="{318054C6-CF62-49F8-A705-72C4F67DDD61}" dt="2026-05-15T18:40:02.901" v="161" actId="26606"/>
          <ac:spMkLst>
            <pc:docMk/>
            <pc:sldMk cId="805440858" sldId="262"/>
            <ac:spMk id="25" creationId="{3D752CF2-2291-40B5-B462-C17B174C10BC}"/>
          </ac:spMkLst>
        </pc:spChg>
        <pc:spChg chg="add del">
          <ac:chgData name="leon poulson" userId="6e765326-b44d-4482-9f79-27576645c3d1" providerId="ADAL" clId="{318054C6-CF62-49F8-A705-72C4F67DDD61}" dt="2026-05-15T18:40:05.200" v="163" actId="26606"/>
          <ac:spMkLst>
            <pc:docMk/>
            <pc:sldMk cId="805440858" sldId="262"/>
            <ac:spMk id="27" creationId="{2A865FE3-5FC9-4049-87CF-30019C46C0F5}"/>
          </ac:spMkLst>
        </pc:spChg>
        <pc:spChg chg="add del">
          <ac:chgData name="leon poulson" userId="6e765326-b44d-4482-9f79-27576645c3d1" providerId="ADAL" clId="{318054C6-CF62-49F8-A705-72C4F67DDD61}" dt="2026-05-15T18:40:05.200" v="163" actId="26606"/>
          <ac:spMkLst>
            <pc:docMk/>
            <pc:sldMk cId="805440858" sldId="262"/>
            <ac:spMk id="28" creationId="{1ECAB1E8-8195-4748-BE71-FF806D86892E}"/>
          </ac:spMkLst>
        </pc:spChg>
        <pc:spChg chg="add del">
          <ac:chgData name="leon poulson" userId="6e765326-b44d-4482-9f79-27576645c3d1" providerId="ADAL" clId="{318054C6-CF62-49F8-A705-72C4F67DDD61}" dt="2026-05-15T18:40:05.200" v="163" actId="26606"/>
          <ac:spMkLst>
            <pc:docMk/>
            <pc:sldMk cId="805440858" sldId="262"/>
            <ac:spMk id="29" creationId="{57F6BDD4-E066-4008-8011-6CC31AEB4556}"/>
          </ac:spMkLst>
        </pc:spChg>
        <pc:spChg chg="add del">
          <ac:chgData name="leon poulson" userId="6e765326-b44d-4482-9f79-27576645c3d1" providerId="ADAL" clId="{318054C6-CF62-49F8-A705-72C4F67DDD61}" dt="2026-05-15T18:40:05.200" v="163" actId="26606"/>
          <ac:spMkLst>
            <pc:docMk/>
            <pc:sldMk cId="805440858" sldId="262"/>
            <ac:spMk id="30" creationId="{2711A8FB-68FC-45FC-B01E-38F809E2D439}"/>
          </ac:spMkLst>
        </pc:spChg>
        <pc:spChg chg="add del">
          <ac:chgData name="leon poulson" userId="6e765326-b44d-4482-9f79-27576645c3d1" providerId="ADAL" clId="{318054C6-CF62-49F8-A705-72C4F67DDD61}" dt="2026-05-15T18:41:03.867" v="170" actId="26606"/>
          <ac:spMkLst>
            <pc:docMk/>
            <pc:sldMk cId="805440858" sldId="262"/>
            <ac:spMk id="32" creationId="{560AFAAC-EA6C-45A9-9E03-C9C9F0193B4F}"/>
          </ac:spMkLst>
        </pc:spChg>
        <pc:spChg chg="add del">
          <ac:chgData name="leon poulson" userId="6e765326-b44d-4482-9f79-27576645c3d1" providerId="ADAL" clId="{318054C6-CF62-49F8-A705-72C4F67DDD61}" dt="2026-05-15T18:41:03.867" v="170" actId="26606"/>
          <ac:spMkLst>
            <pc:docMk/>
            <pc:sldMk cId="805440858" sldId="262"/>
            <ac:spMk id="33" creationId="{83549E37-C86B-4401-90BD-D8BF83859F14}"/>
          </ac:spMkLst>
        </pc:spChg>
        <pc:spChg chg="add del">
          <ac:chgData name="leon poulson" userId="6e765326-b44d-4482-9f79-27576645c3d1" providerId="ADAL" clId="{318054C6-CF62-49F8-A705-72C4F67DDD61}" dt="2026-05-15T18:41:03.867" v="170" actId="26606"/>
          <ac:spMkLst>
            <pc:docMk/>
            <pc:sldMk cId="805440858" sldId="262"/>
            <ac:spMk id="34" creationId="{8A17784E-76D8-4521-A77D-0D2EBB923004}"/>
          </ac:spMkLst>
        </pc:spChg>
        <pc:spChg chg="add del">
          <ac:chgData name="leon poulson" userId="6e765326-b44d-4482-9f79-27576645c3d1" providerId="ADAL" clId="{318054C6-CF62-49F8-A705-72C4F67DDD61}" dt="2026-05-15T18:41:03.867" v="170" actId="26606"/>
          <ac:spMkLst>
            <pc:docMk/>
            <pc:sldMk cId="805440858" sldId="262"/>
            <ac:spMk id="35" creationId="{C0036C6B-F09C-4EAB-AE02-8D056EE74856}"/>
          </ac:spMkLst>
        </pc:spChg>
        <pc:spChg chg="add del">
          <ac:chgData name="leon poulson" userId="6e765326-b44d-4482-9f79-27576645c3d1" providerId="ADAL" clId="{318054C6-CF62-49F8-A705-72C4F67DDD61}" dt="2026-05-15T18:41:03.867" v="170" actId="26606"/>
          <ac:spMkLst>
            <pc:docMk/>
            <pc:sldMk cId="805440858" sldId="262"/>
            <ac:spMk id="36" creationId="{FC8D5885-2804-4D3C-BE31-902E4D3279B0}"/>
          </ac:spMkLst>
        </pc:spChg>
        <pc:spChg chg="add del">
          <ac:chgData name="leon poulson" userId="6e765326-b44d-4482-9f79-27576645c3d1" providerId="ADAL" clId="{318054C6-CF62-49F8-A705-72C4F67DDD61}" dt="2026-05-15T18:41:01.072" v="168" actId="26606"/>
          <ac:spMkLst>
            <pc:docMk/>
            <pc:sldMk cId="805440858" sldId="262"/>
            <ac:spMk id="41" creationId="{2C61293E-6EBE-43EF-A52C-9BEBFD7679D4}"/>
          </ac:spMkLst>
        </pc:spChg>
        <pc:spChg chg="add del">
          <ac:chgData name="leon poulson" userId="6e765326-b44d-4482-9f79-27576645c3d1" providerId="ADAL" clId="{318054C6-CF62-49F8-A705-72C4F67DDD61}" dt="2026-05-15T18:41:01.072" v="168" actId="26606"/>
          <ac:spMkLst>
            <pc:docMk/>
            <pc:sldMk cId="805440858" sldId="262"/>
            <ac:spMk id="43" creationId="{21540236-BFD5-4A9D-8840-4703E7F76825}"/>
          </ac:spMkLst>
        </pc:spChg>
        <pc:picChg chg="add mod ord">
          <ac:chgData name="leon poulson" userId="6e765326-b44d-4482-9f79-27576645c3d1" providerId="ADAL" clId="{318054C6-CF62-49F8-A705-72C4F67DDD61}" dt="2026-05-15T18:41:03.867" v="170" actId="26606"/>
          <ac:picMkLst>
            <pc:docMk/>
            <pc:sldMk cId="805440858" sldId="262"/>
            <ac:picMk id="5" creationId="{633CD927-A7A1-0444-6725-82197AA66527}"/>
          </ac:picMkLst>
        </pc:picChg>
        <pc:cxnChg chg="add del">
          <ac:chgData name="leon poulson" userId="6e765326-b44d-4482-9f79-27576645c3d1" providerId="ADAL" clId="{318054C6-CF62-49F8-A705-72C4F67DDD61}" dt="2026-05-15T18:39:00.032" v="154" actId="26606"/>
          <ac:cxnSpMkLst>
            <pc:docMk/>
            <pc:sldMk cId="805440858" sldId="262"/>
            <ac:cxnSpMk id="9" creationId="{1503BFE4-729B-D9D0-C17B-501E6AF1127A}"/>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194716" y="739978"/>
            <a:ext cx="5334930" cy="3004145"/>
          </a:xfrm>
        </p:spPr>
        <p:txBody>
          <a:bodyPr>
            <a:normAutofit/>
          </a:bodyPr>
          <a:lstStyle/>
          <a:p>
            <a:r>
              <a:rPr lang="en-US">
                <a:latin typeface="Calibri"/>
                <a:ea typeface="Calibri"/>
                <a:cs typeface="Calibri"/>
              </a:rPr>
              <a:t>How is Python Used in Data Analytics?</a:t>
            </a:r>
          </a:p>
        </p:txBody>
      </p:sp>
      <p:sp>
        <p:nvSpPr>
          <p:cNvPr id="3" name="Subtitle 2"/>
          <p:cNvSpPr>
            <a:spLocks noGrp="1"/>
          </p:cNvSpPr>
          <p:nvPr>
            <p:ph type="subTitle" idx="1"/>
          </p:nvPr>
        </p:nvSpPr>
        <p:spPr>
          <a:xfrm>
            <a:off x="6194715" y="3836197"/>
            <a:ext cx="5334931" cy="2189214"/>
          </a:xfrm>
        </p:spPr>
        <p:txBody>
          <a:bodyPr vert="horz" lIns="91440" tIns="45720" rIns="91440" bIns="45720" rtlCol="0" anchor="t">
            <a:normAutofit/>
          </a:bodyPr>
          <a:lstStyle/>
          <a:p>
            <a:endParaRPr lang="en-US">
              <a:latin typeface="Calibri"/>
              <a:ea typeface="Calibri"/>
              <a:cs typeface="Calibri"/>
            </a:endParaRPr>
          </a:p>
          <a:p>
            <a:endParaRPr lang="en-US">
              <a:latin typeface="Calibri"/>
              <a:ea typeface="Calibri"/>
              <a:cs typeface="Calibri"/>
            </a:endParaRPr>
          </a:p>
          <a:p>
            <a:r>
              <a:rPr lang="en-US" sz="2000">
                <a:latin typeface="Calibri"/>
                <a:ea typeface="Calibri"/>
                <a:cs typeface="Calibri"/>
              </a:rPr>
              <a:t>Dania, Leon, Dimitri, Sharleen</a:t>
            </a:r>
            <a:endParaRPr lang="en-US" sz="2000"/>
          </a:p>
        </p:txBody>
      </p:sp>
      <p:sp>
        <p:nvSpPr>
          <p:cNvPr id="11" name="Freeform: Shape 10">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4" name="Picture 3" descr="A person looking at a screen&#10;&#10;AI-generated content may be incorrect.">
            <a:extLst>
              <a:ext uri="{FF2B5EF4-FFF2-40B4-BE49-F238E27FC236}">
                <a16:creationId xmlns:a16="http://schemas.microsoft.com/office/drawing/2014/main" id="{6FD37530-6CB0-0541-0E04-90D80DE4D56B}"/>
              </a:ext>
            </a:extLst>
          </p:cNvPr>
          <p:cNvPicPr>
            <a:picLocks noChangeAspect="1"/>
          </p:cNvPicPr>
          <p:nvPr/>
        </p:nvPicPr>
        <p:blipFill>
          <a:blip r:embed="rId2"/>
          <a:srcRect l="20625" r="12624" b="-1"/>
          <a:stretch>
            <a:fill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1" name="Freeform: Shape 20">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financial graph">
            <a:extLst>
              <a:ext uri="{FF2B5EF4-FFF2-40B4-BE49-F238E27FC236}">
                <a16:creationId xmlns:a16="http://schemas.microsoft.com/office/drawing/2014/main" id="{51C4240F-4D93-F3B4-8F98-FFF9CBEC55BD}"/>
              </a:ext>
            </a:extLst>
          </p:cNvPr>
          <p:cNvPicPr>
            <a:picLocks noChangeAspect="1"/>
          </p:cNvPicPr>
          <p:nvPr/>
        </p:nvPicPr>
        <p:blipFill>
          <a:blip r:embed="rId2"/>
          <a:srcRect l="24497" r="15554"/>
          <a:stretch>
            <a:fillRect/>
          </a:stretch>
        </p:blipFill>
        <p:spPr>
          <a:xfrm>
            <a:off x="4883022" y="10"/>
            <a:ext cx="7308978"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34" name="Freeform: Shape 33">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Freeform: Shape 35">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7C5ACD-C1A3-4E8D-9544-AD3613D49CE9}"/>
              </a:ext>
            </a:extLst>
          </p:cNvPr>
          <p:cNvSpPr>
            <a:spLocks noGrp="1"/>
          </p:cNvSpPr>
          <p:nvPr>
            <p:ph type="title"/>
          </p:nvPr>
        </p:nvSpPr>
        <p:spPr>
          <a:xfrm>
            <a:off x="374904" y="856488"/>
            <a:ext cx="4992624" cy="1243584"/>
          </a:xfrm>
        </p:spPr>
        <p:txBody>
          <a:bodyPr anchor="ctr">
            <a:normAutofit/>
          </a:bodyPr>
          <a:lstStyle/>
          <a:p>
            <a:r>
              <a:rPr lang="en-US" sz="3400" b="1" dirty="0">
                <a:latin typeface="Calibri" panose="020F0502020204030204" pitchFamily="34" charset="0"/>
                <a:ea typeface="Calibri" panose="020F0502020204030204" pitchFamily="34" charset="0"/>
                <a:cs typeface="Calibri" panose="020F0502020204030204" pitchFamily="34" charset="0"/>
              </a:rPr>
              <a:t>Core Uses in the Data Analytics Lifecycle</a:t>
            </a:r>
          </a:p>
        </p:txBody>
      </p:sp>
      <p:sp>
        <p:nvSpPr>
          <p:cNvPr id="38" name="Rectangle 37">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 name="Rectangle 39">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EE6E4BF-E0B3-3C84-BF12-DA6705C41260}"/>
              </a:ext>
            </a:extLst>
          </p:cNvPr>
          <p:cNvSpPr>
            <a:spLocks noGrp="1"/>
          </p:cNvSpPr>
          <p:nvPr>
            <p:ph idx="1"/>
          </p:nvPr>
        </p:nvSpPr>
        <p:spPr>
          <a:xfrm>
            <a:off x="374904" y="2522949"/>
            <a:ext cx="5065776" cy="3402363"/>
          </a:xfrm>
        </p:spPr>
        <p:txBody>
          <a:bodyPr vert="horz" lIns="91440" tIns="45720" rIns="91440" bIns="45720" rtlCol="0" anchor="t">
            <a:normAutofit/>
          </a:bodyPr>
          <a:lstStyle/>
          <a:p>
            <a:pPr marL="0" indent="0">
              <a:spcBef>
                <a:spcPct val="0"/>
              </a:spcBef>
              <a:buNone/>
            </a:pPr>
            <a:r>
              <a:rPr lang="en-US" u="sng" dirty="0">
                <a:latin typeface="Calibri" panose="020F0502020204030204" pitchFamily="34" charset="0"/>
                <a:ea typeface="Calibri" panose="020F0502020204030204" pitchFamily="34" charset="0"/>
                <a:cs typeface="Calibri" panose="020F0502020204030204" pitchFamily="34" charset="0"/>
              </a:rPr>
              <a:t>Data Gathering and ETL</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 Python is used to build ETL pipelines that extract, transform, and load data from various databases and file formats like CSV, JSON, and Excel.</a:t>
            </a:r>
          </a:p>
          <a:p>
            <a:pPr marL="0" indent="0">
              <a:buNone/>
            </a:pPr>
            <a:endParaRPr lang="en-US" sz="2000" dirty="0">
              <a:latin typeface="Calibri"/>
              <a:ea typeface="Calibri"/>
              <a:cs typeface="Calibri"/>
            </a:endParaRPr>
          </a:p>
          <a:p>
            <a:pPr marL="285750" indent="-285750"/>
            <a:endParaRPr lang="en-US" sz="2000" b="1" dirty="0">
              <a:latin typeface="Calibri"/>
              <a:ea typeface="Calibri"/>
              <a:cs typeface="Calibri"/>
            </a:endParaRPr>
          </a:p>
          <a:p>
            <a:pPr marL="0" indent="0">
              <a:buNone/>
            </a:pPr>
            <a:endParaRPr lang="en-US" sz="2000" b="1" dirty="0">
              <a:latin typeface="Calibri"/>
              <a:ea typeface="Calibri"/>
              <a:cs typeface="Calibri"/>
            </a:endParaRPr>
          </a:p>
          <a:p>
            <a:pPr marL="0" indent="0">
              <a:buNone/>
            </a:pPr>
            <a:endParaRPr lang="en-US" sz="2000" dirty="0">
              <a:latin typeface="Calibri"/>
              <a:ea typeface="Calibri"/>
              <a:cs typeface="Calibri"/>
            </a:endParaRPr>
          </a:p>
        </p:txBody>
      </p:sp>
    </p:spTree>
    <p:extLst>
      <p:ext uri="{BB962C8B-B14F-4D97-AF65-F5344CB8AC3E}">
        <p14:creationId xmlns:p14="http://schemas.microsoft.com/office/powerpoint/2010/main" val="1601977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descr="Yellow python">
            <a:extLst>
              <a:ext uri="{FF2B5EF4-FFF2-40B4-BE49-F238E27FC236}">
                <a16:creationId xmlns:a16="http://schemas.microsoft.com/office/drawing/2014/main" id="{0A791EF7-6A4D-2CE3-EC4B-A0C49D797DAE}"/>
              </a:ext>
            </a:extLst>
          </p:cNvPr>
          <p:cNvPicPr>
            <a:picLocks noChangeAspect="1"/>
          </p:cNvPicPr>
          <p:nvPr/>
        </p:nvPicPr>
        <p:blipFill>
          <a:blip r:embed="rId2"/>
          <a:srcRect l="9296" r="19031" b="-2"/>
          <a:stretch>
            <a:fillRect/>
          </a:stretch>
        </p:blipFill>
        <p:spPr>
          <a:xfrm>
            <a:off x="4883022" y="10"/>
            <a:ext cx="7308978"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40" name="Freeform: Shape 39">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Freeform: Shape 41">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F892CF-1C8B-AF4D-540C-C6600B679866}"/>
              </a:ext>
            </a:extLst>
          </p:cNvPr>
          <p:cNvSpPr>
            <a:spLocks noGrp="1"/>
          </p:cNvSpPr>
          <p:nvPr>
            <p:ph type="title"/>
          </p:nvPr>
        </p:nvSpPr>
        <p:spPr>
          <a:xfrm>
            <a:off x="374904" y="856488"/>
            <a:ext cx="4992624" cy="1243584"/>
          </a:xfrm>
        </p:spPr>
        <p:txBody>
          <a:bodyPr anchor="ctr">
            <a:normAutofit/>
          </a:bodyPr>
          <a:lstStyle/>
          <a:p>
            <a:r>
              <a:rPr lang="en-US" sz="3400" b="1" dirty="0">
                <a:latin typeface="Calibri" panose="020F0502020204030204" pitchFamily="34" charset="0"/>
                <a:ea typeface="Calibri" panose="020F0502020204030204" pitchFamily="34" charset="0"/>
                <a:cs typeface="Calibri" panose="020F0502020204030204" pitchFamily="34" charset="0"/>
              </a:rPr>
              <a:t>Data Cleaning and Wrangling</a:t>
            </a:r>
          </a:p>
        </p:txBody>
      </p:sp>
      <p:sp>
        <p:nvSpPr>
          <p:cNvPr id="44" name="Rectangle 43">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6" name="Rectangle 45">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Content Placeholder 2">
            <a:extLst>
              <a:ext uri="{FF2B5EF4-FFF2-40B4-BE49-F238E27FC236}">
                <a16:creationId xmlns:a16="http://schemas.microsoft.com/office/drawing/2014/main" id="{AB429D72-8DF9-971F-35C7-ED1AE13724E6}"/>
              </a:ext>
            </a:extLst>
          </p:cNvPr>
          <p:cNvSpPr>
            <a:spLocks noGrp="1"/>
          </p:cNvSpPr>
          <p:nvPr>
            <p:ph idx="1"/>
          </p:nvPr>
        </p:nvSpPr>
        <p:spPr>
          <a:xfrm>
            <a:off x="374904" y="2522949"/>
            <a:ext cx="5065776" cy="3402363"/>
          </a:xfrm>
        </p:spPr>
        <p:txBody>
          <a:bodyPr vert="horz" lIns="91440" tIns="45720" rIns="91440" bIns="45720" rtlCol="0" anchor="t">
            <a:normAutofit/>
          </a:bodyPr>
          <a:lstStyle/>
          <a:p>
            <a:pPr>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Python uses the Pandas library to clean messy datasets. </a:t>
            </a:r>
          </a:p>
          <a:p>
            <a:pPr>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This includes handling missing values, removing duplicates, and reformatting data into "</a:t>
            </a:r>
            <a:r>
              <a:rPr lang="en-US" sz="1600" dirty="0" err="1">
                <a:latin typeface="Calibri" panose="020F0502020204030204" pitchFamily="34" charset="0"/>
                <a:ea typeface="Calibri" panose="020F0502020204030204" pitchFamily="34" charset="0"/>
                <a:cs typeface="Calibri" panose="020F0502020204030204" pitchFamily="34" charset="0"/>
              </a:rPr>
              <a:t>DataFrames</a:t>
            </a:r>
            <a:r>
              <a:rPr lang="en-US" sz="1600" dirty="0">
                <a:latin typeface="Calibri" panose="020F0502020204030204" pitchFamily="34" charset="0"/>
                <a:ea typeface="Calibri" panose="020F0502020204030204" pitchFamily="34" charset="0"/>
                <a:cs typeface="Calibri" panose="020F0502020204030204" pitchFamily="34" charset="0"/>
              </a:rPr>
              <a:t>" (structured tables) for easier manipulation.</a:t>
            </a:r>
          </a:p>
          <a:p>
            <a:pPr marL="0" indent="0">
              <a:buNone/>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For Example:</a:t>
            </a:r>
          </a:p>
          <a:p>
            <a:pPr marL="0" indent="0">
              <a:buNone/>
            </a:pPr>
            <a:r>
              <a:rPr lang="en-US" sz="1600" i="1" dirty="0">
                <a:latin typeface="Calibri" panose="020F0502020204030204" pitchFamily="34" charset="0"/>
                <a:ea typeface="Calibri" panose="020F0502020204030204" pitchFamily="34" charset="0"/>
                <a:cs typeface="Calibri" panose="020F0502020204030204" pitchFamily="34" charset="0"/>
              </a:rPr>
              <a:t> python can remove duplicate rows:</a:t>
            </a:r>
          </a:p>
          <a:p>
            <a:pPr marL="0" indent="0">
              <a:buNone/>
            </a:pPr>
            <a:r>
              <a:rPr lang="en-US" sz="1600" i="1" dirty="0" err="1">
                <a:latin typeface="Calibri" panose="020F0502020204030204" pitchFamily="34" charset="0"/>
                <a:ea typeface="Calibri" panose="020F0502020204030204" pitchFamily="34" charset="0"/>
                <a:cs typeface="Calibri" panose="020F0502020204030204" pitchFamily="34" charset="0"/>
              </a:rPr>
              <a:t>Sales_data</a:t>
            </a:r>
            <a:r>
              <a:rPr lang="en-US" sz="1600" i="1" dirty="0">
                <a:latin typeface="Calibri" panose="020F0502020204030204" pitchFamily="34" charset="0"/>
                <a:ea typeface="Calibri" panose="020F0502020204030204" pitchFamily="34" charset="0"/>
                <a:cs typeface="Calibri" panose="020F0502020204030204" pitchFamily="34" charset="0"/>
              </a:rPr>
              <a:t> = </a:t>
            </a:r>
            <a:r>
              <a:rPr lang="en-US" sz="1600" i="1" dirty="0" err="1">
                <a:latin typeface="Calibri" panose="020F0502020204030204" pitchFamily="34" charset="0"/>
                <a:ea typeface="Calibri" panose="020F0502020204030204" pitchFamily="34" charset="0"/>
                <a:cs typeface="Calibri" panose="020F0502020204030204" pitchFamily="34" charset="0"/>
              </a:rPr>
              <a:t>sales_data.drop_duplicates</a:t>
            </a:r>
            <a:r>
              <a:rPr lang="en-US" sz="1600" i="1"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sz="1600" dirty="0"/>
              <a:t> </a:t>
            </a:r>
          </a:p>
        </p:txBody>
      </p:sp>
    </p:spTree>
    <p:extLst>
      <p:ext uri="{BB962C8B-B14F-4D97-AF65-F5344CB8AC3E}">
        <p14:creationId xmlns:p14="http://schemas.microsoft.com/office/powerpoint/2010/main" val="535070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lculator, pen, compass, money and a paper with graphs printed on it">
            <a:extLst>
              <a:ext uri="{FF2B5EF4-FFF2-40B4-BE49-F238E27FC236}">
                <a16:creationId xmlns:a16="http://schemas.microsoft.com/office/drawing/2014/main" id="{633CD927-A7A1-0444-6725-82197AA66527}"/>
              </a:ext>
            </a:extLst>
          </p:cNvPr>
          <p:cNvPicPr>
            <a:picLocks noChangeAspect="1"/>
          </p:cNvPicPr>
          <p:nvPr/>
        </p:nvPicPr>
        <p:blipFill>
          <a:blip r:embed="rId2"/>
          <a:srcRect l="19750" r="16037" b="-1"/>
          <a:stretch>
            <a:fillRect/>
          </a:stretch>
        </p:blipFill>
        <p:spPr>
          <a:xfrm>
            <a:off x="4883022" y="10"/>
            <a:ext cx="7308978"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33" name="Freeform: Shape 32">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Freeform: Shape 33">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08701B-8D63-78A4-F09C-C1CEAB5A5866}"/>
              </a:ext>
            </a:extLst>
          </p:cNvPr>
          <p:cNvSpPr>
            <a:spLocks noGrp="1"/>
          </p:cNvSpPr>
          <p:nvPr>
            <p:ph type="title"/>
          </p:nvPr>
        </p:nvSpPr>
        <p:spPr>
          <a:xfrm>
            <a:off x="374904" y="856488"/>
            <a:ext cx="4992624" cy="1243584"/>
          </a:xfrm>
        </p:spPr>
        <p:txBody>
          <a:bodyPr anchor="ctr">
            <a:normAutofit/>
          </a:bodyPr>
          <a:lstStyle/>
          <a:p>
            <a:r>
              <a:rPr lang="en-US" sz="3400" b="1" dirty="0">
                <a:latin typeface="Calibri" panose="020F0502020204030204" pitchFamily="34" charset="0"/>
                <a:ea typeface="Calibri" panose="020F0502020204030204" pitchFamily="34" charset="0"/>
                <a:cs typeface="Calibri" panose="020F0502020204030204" pitchFamily="34" charset="0"/>
              </a:rPr>
              <a:t>Analyzing Data</a:t>
            </a:r>
          </a:p>
        </p:txBody>
      </p:sp>
      <p:sp>
        <p:nvSpPr>
          <p:cNvPr id="35" name="Rectangle 34">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0139F78-FC21-7D9E-E1DC-84CD7F33BC8F}"/>
              </a:ext>
            </a:extLst>
          </p:cNvPr>
          <p:cNvSpPr>
            <a:spLocks noGrp="1"/>
          </p:cNvSpPr>
          <p:nvPr>
            <p:ph idx="1"/>
          </p:nvPr>
        </p:nvSpPr>
        <p:spPr>
          <a:xfrm>
            <a:off x="374904" y="2522949"/>
            <a:ext cx="5361662" cy="3402363"/>
          </a:xfrm>
        </p:spPr>
        <p:txBody>
          <a:bodyPr vert="horz" lIns="91440" tIns="45720" rIns="91440" bIns="45720" rtlCol="0" anchor="t">
            <a:normAutofit/>
          </a:bodyPr>
          <a:lstStyle/>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After the data is cleaned, Python can help answer different questions like, What was the total revenue, which product sold the most, which month had the highest sales, what is the average transaction amount and etc. These are just some of the many questions that python can help us answer.</a:t>
            </a:r>
          </a:p>
          <a:p>
            <a:pPr marL="0" indent="0">
              <a:buNone/>
            </a:pPr>
            <a:endParaRPr lang="en-US" sz="1400" i="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400" b="1" dirty="0">
                <a:latin typeface="Calibri" panose="020F0502020204030204" pitchFamily="34" charset="0"/>
                <a:ea typeface="Calibri" panose="020F0502020204030204" pitchFamily="34" charset="0"/>
                <a:cs typeface="Calibri" panose="020F0502020204030204" pitchFamily="34" charset="0"/>
              </a:rPr>
              <a:t>For Example:</a:t>
            </a:r>
          </a:p>
          <a:p>
            <a:pPr marL="0" indent="0">
              <a:buNone/>
            </a:pPr>
            <a:r>
              <a:rPr lang="en-US" sz="1400" i="1" dirty="0" err="1">
                <a:latin typeface="Calibri" panose="020F0502020204030204" pitchFamily="34" charset="0"/>
                <a:ea typeface="Calibri" panose="020F0502020204030204" pitchFamily="34" charset="0"/>
                <a:cs typeface="Calibri" panose="020F0502020204030204" pitchFamily="34" charset="0"/>
              </a:rPr>
              <a:t>total_sales</a:t>
            </a:r>
            <a:r>
              <a:rPr lang="en-US" sz="1400" i="1" dirty="0">
                <a:latin typeface="Calibri" panose="020F0502020204030204" pitchFamily="34" charset="0"/>
                <a:ea typeface="Calibri" panose="020F0502020204030204" pitchFamily="34" charset="0"/>
                <a:cs typeface="Calibri" panose="020F0502020204030204" pitchFamily="34" charset="0"/>
              </a:rPr>
              <a:t> = </a:t>
            </a:r>
            <a:r>
              <a:rPr lang="en-US" sz="1400" i="1" dirty="0" err="1">
                <a:latin typeface="Calibri" panose="020F0502020204030204" pitchFamily="34" charset="0"/>
                <a:ea typeface="Calibri" panose="020F0502020204030204" pitchFamily="34" charset="0"/>
                <a:cs typeface="Calibri" panose="020F0502020204030204" pitchFamily="34" charset="0"/>
              </a:rPr>
              <a:t>sales_data</a:t>
            </a:r>
            <a:r>
              <a:rPr lang="en-US" sz="1400" i="1" dirty="0">
                <a:latin typeface="Calibri" panose="020F0502020204030204" pitchFamily="34" charset="0"/>
                <a:ea typeface="Calibri" panose="020F0502020204030204" pitchFamily="34" charset="0"/>
                <a:cs typeface="Calibri" panose="020F0502020204030204" pitchFamily="34" charset="0"/>
              </a:rPr>
              <a:t>["</a:t>
            </a:r>
            <a:r>
              <a:rPr lang="en-US" sz="1400" i="1" dirty="0" err="1">
                <a:latin typeface="Calibri" panose="020F0502020204030204" pitchFamily="34" charset="0"/>
                <a:ea typeface="Calibri" panose="020F0502020204030204" pitchFamily="34" charset="0"/>
                <a:cs typeface="Calibri" panose="020F0502020204030204" pitchFamily="34" charset="0"/>
              </a:rPr>
              <a:t>sales_amount</a:t>
            </a:r>
            <a:r>
              <a:rPr lang="en-US" sz="1400" i="1" dirty="0">
                <a:latin typeface="Calibri" panose="020F0502020204030204" pitchFamily="34" charset="0"/>
                <a:ea typeface="Calibri" panose="020F0502020204030204" pitchFamily="34" charset="0"/>
                <a:cs typeface="Calibri" panose="020F0502020204030204" pitchFamily="34" charset="0"/>
              </a:rPr>
              <a:t>"].sum()</a:t>
            </a:r>
          </a:p>
          <a:p>
            <a:pPr marL="0" indent="0">
              <a:buNone/>
            </a:pPr>
            <a:r>
              <a:rPr lang="en-US" sz="1400" i="1" dirty="0" err="1">
                <a:latin typeface="Calibri" panose="020F0502020204030204" pitchFamily="34" charset="0"/>
                <a:ea typeface="Calibri" panose="020F0502020204030204" pitchFamily="34" charset="0"/>
                <a:cs typeface="Calibri" panose="020F0502020204030204" pitchFamily="34" charset="0"/>
              </a:rPr>
              <a:t>Average_sales</a:t>
            </a:r>
            <a:r>
              <a:rPr lang="en-US" sz="1400" i="1" dirty="0">
                <a:latin typeface="Calibri" panose="020F0502020204030204" pitchFamily="34" charset="0"/>
                <a:ea typeface="Calibri" panose="020F0502020204030204" pitchFamily="34" charset="0"/>
                <a:cs typeface="Calibri" panose="020F0502020204030204" pitchFamily="34" charset="0"/>
              </a:rPr>
              <a:t> = </a:t>
            </a:r>
            <a:r>
              <a:rPr lang="en-US" sz="1400" i="1" dirty="0" err="1">
                <a:latin typeface="Calibri" panose="020F0502020204030204" pitchFamily="34" charset="0"/>
                <a:ea typeface="Calibri" panose="020F0502020204030204" pitchFamily="34" charset="0"/>
                <a:cs typeface="Calibri" panose="020F0502020204030204" pitchFamily="34" charset="0"/>
              </a:rPr>
              <a:t>sales_data</a:t>
            </a:r>
            <a:r>
              <a:rPr lang="en-US" sz="1400" i="1" dirty="0">
                <a:latin typeface="Calibri" panose="020F0502020204030204" pitchFamily="34" charset="0"/>
                <a:ea typeface="Calibri" panose="020F0502020204030204" pitchFamily="34" charset="0"/>
                <a:cs typeface="Calibri" panose="020F0502020204030204" pitchFamily="34" charset="0"/>
              </a:rPr>
              <a:t>["</a:t>
            </a:r>
            <a:r>
              <a:rPr lang="en-US" sz="1400" i="1" dirty="0" err="1">
                <a:latin typeface="Calibri" panose="020F0502020204030204" pitchFamily="34" charset="0"/>
                <a:ea typeface="Calibri" panose="020F0502020204030204" pitchFamily="34" charset="0"/>
                <a:cs typeface="Calibri" panose="020F0502020204030204" pitchFamily="34" charset="0"/>
              </a:rPr>
              <a:t>sale_amont</a:t>
            </a:r>
            <a:r>
              <a:rPr lang="en-US" sz="1400" i="1" dirty="0">
                <a:latin typeface="Calibri" panose="020F0502020204030204" pitchFamily="34" charset="0"/>
                <a:ea typeface="Calibri" panose="020F0502020204030204" pitchFamily="34" charset="0"/>
                <a:cs typeface="Calibri" panose="020F0502020204030204" pitchFamily="34" charset="0"/>
              </a:rPr>
              <a:t>"].mean()</a:t>
            </a:r>
          </a:p>
          <a:p>
            <a:pPr marL="0" indent="0">
              <a:buNone/>
            </a:pPr>
            <a:r>
              <a:rPr lang="en-US" sz="1400" i="1" dirty="0">
                <a:latin typeface="Calibri" panose="020F0502020204030204" pitchFamily="34" charset="0"/>
                <a:ea typeface="Calibri" panose="020F0502020204030204" pitchFamily="34" charset="0"/>
                <a:cs typeface="Calibri" panose="020F0502020204030204" pitchFamily="34" charset="0"/>
              </a:rPr>
              <a:t>Print(</a:t>
            </a:r>
            <a:r>
              <a:rPr lang="en-US" sz="1400" i="1" dirty="0" err="1">
                <a:latin typeface="Calibri" panose="020F0502020204030204" pitchFamily="34" charset="0"/>
                <a:ea typeface="Calibri" panose="020F0502020204030204" pitchFamily="34" charset="0"/>
                <a:cs typeface="Calibri" panose="020F0502020204030204" pitchFamily="34" charset="0"/>
              </a:rPr>
              <a:t>total_sales</a:t>
            </a:r>
            <a:r>
              <a:rPr lang="en-US" sz="1400" i="1"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sz="1400" i="1" dirty="0">
                <a:latin typeface="Calibri" panose="020F0502020204030204" pitchFamily="34" charset="0"/>
                <a:ea typeface="Calibri" panose="020F0502020204030204" pitchFamily="34" charset="0"/>
                <a:cs typeface="Calibri" panose="020F0502020204030204" pitchFamily="34" charset="0"/>
              </a:rPr>
              <a:t>Print(</a:t>
            </a:r>
            <a:r>
              <a:rPr lang="en-US" sz="1400" i="1" dirty="0" err="1">
                <a:latin typeface="Calibri" panose="020F0502020204030204" pitchFamily="34" charset="0"/>
                <a:ea typeface="Calibri" panose="020F0502020204030204" pitchFamily="34" charset="0"/>
                <a:cs typeface="Calibri" panose="020F0502020204030204" pitchFamily="34" charset="0"/>
              </a:rPr>
              <a:t>average_sales</a:t>
            </a:r>
            <a:r>
              <a:rPr lang="en-US" sz="1400" i="1"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805440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20">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78CBE6D-00BE-4AE8-5077-04FB1B06D803}"/>
              </a:ext>
            </a:extLst>
          </p:cNvPr>
          <p:cNvSpPr>
            <a:spLocks noGrp="1"/>
          </p:cNvSpPr>
          <p:nvPr>
            <p:ph type="title"/>
          </p:nvPr>
        </p:nvSpPr>
        <p:spPr>
          <a:xfrm>
            <a:off x="337227" y="602488"/>
            <a:ext cx="3438144" cy="1239012"/>
          </a:xfrm>
        </p:spPr>
        <p:txBody>
          <a:bodyPr anchor="ctr">
            <a:norm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Data Visualization</a:t>
            </a:r>
          </a:p>
        </p:txBody>
      </p:sp>
      <p:sp>
        <p:nvSpPr>
          <p:cNvPr id="22" name="Rectangle 21">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F26DEDA-5B1C-F049-0073-E6C0BDAECC50}"/>
              </a:ext>
            </a:extLst>
          </p:cNvPr>
          <p:cNvSpPr>
            <a:spLocks noGrp="1"/>
          </p:cNvSpPr>
          <p:nvPr>
            <p:ph idx="1"/>
          </p:nvPr>
        </p:nvSpPr>
        <p:spPr>
          <a:xfrm>
            <a:off x="328761" y="1541187"/>
            <a:ext cx="3438906" cy="3207258"/>
          </a:xfrm>
        </p:spPr>
        <p:txBody>
          <a:bodyPr vert="horz" lIns="91440" tIns="45720" rIns="91440" bIns="45720" rtlCol="0" anchor="t">
            <a:normAutofit/>
          </a:bodyPr>
          <a:lstStyle/>
          <a:p>
            <a:r>
              <a:rPr lang="en-US" sz="1700" dirty="0">
                <a:latin typeface="Calibri" panose="020F0502020204030204" pitchFamily="34" charset="0"/>
                <a:ea typeface="Calibri" panose="020F0502020204030204" pitchFamily="34" charset="0"/>
                <a:cs typeface="Calibri" panose="020F0502020204030204" pitchFamily="34" charset="0"/>
              </a:rPr>
              <a:t>To communicate findings, Python converts raw numbers into visual stories using Matplotlib for basic plots and Seaborn for more advanced statistical graphics like heatmaps and violin plots. Tools like Plotly allow for the creation of interactive, web-ready charts.</a:t>
            </a:r>
          </a:p>
          <a:p>
            <a:endParaRPr lang="en-US" sz="1700" dirty="0"/>
          </a:p>
          <a:p>
            <a:endParaRPr lang="en-US" sz="1700" dirty="0"/>
          </a:p>
        </p:txBody>
      </p:sp>
      <p:pic>
        <p:nvPicPr>
          <p:cNvPr id="4" name="Picture 3" descr="A close-up of a graph&#10;&#10;AI-generated content may be incorrect.">
            <a:extLst>
              <a:ext uri="{FF2B5EF4-FFF2-40B4-BE49-F238E27FC236}">
                <a16:creationId xmlns:a16="http://schemas.microsoft.com/office/drawing/2014/main" id="{C27C56B0-30F8-413E-403D-173118F86C48}"/>
              </a:ext>
            </a:extLst>
          </p:cNvPr>
          <p:cNvPicPr>
            <a:picLocks noChangeAspect="1"/>
          </p:cNvPicPr>
          <p:nvPr/>
        </p:nvPicPr>
        <p:blipFill>
          <a:blip r:embed="rId2"/>
          <a:stretch>
            <a:fillRect/>
          </a:stretch>
        </p:blipFill>
        <p:spPr>
          <a:xfrm>
            <a:off x="4844318" y="1788338"/>
            <a:ext cx="6922008" cy="3268176"/>
          </a:xfrm>
          <a:prstGeom prst="rect">
            <a:avLst/>
          </a:prstGeom>
        </p:spPr>
      </p:pic>
      <p:sp>
        <p:nvSpPr>
          <p:cNvPr id="5" name="TextBox 4">
            <a:extLst>
              <a:ext uri="{FF2B5EF4-FFF2-40B4-BE49-F238E27FC236}">
                <a16:creationId xmlns:a16="http://schemas.microsoft.com/office/drawing/2014/main" id="{D9E71B11-2E10-3186-A270-F77093484269}"/>
              </a:ext>
            </a:extLst>
          </p:cNvPr>
          <p:cNvSpPr txBox="1"/>
          <p:nvPr/>
        </p:nvSpPr>
        <p:spPr>
          <a:xfrm>
            <a:off x="172577" y="3629838"/>
            <a:ext cx="4662598" cy="31403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1400" b="1"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Example: </a:t>
            </a:r>
          </a:p>
          <a:p>
            <a:pPr>
              <a:lnSpc>
                <a:spcPct val="90000"/>
              </a:lnSpc>
              <a:spcBef>
                <a:spcPts val="1000"/>
              </a:spcBef>
            </a:pP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import </a:t>
            </a:r>
            <a:r>
              <a:rPr lang="en-US" sz="1400" i="1" dirty="0" err="1">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matplotlib.pyplot</a:t>
            </a: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 as </a:t>
            </a:r>
            <a:r>
              <a:rPr lang="en-US" sz="1400" i="1" dirty="0" err="1">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plt</a:t>
            </a:r>
            <a:endPar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Bef>
                <a:spcPts val="1000"/>
              </a:spcBef>
            </a:pP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months = ["Jan", "Feb", "Mar"]</a:t>
            </a:r>
          </a:p>
          <a:p>
            <a:pPr>
              <a:lnSpc>
                <a:spcPct val="90000"/>
              </a:lnSpc>
              <a:spcBef>
                <a:spcPts val="1000"/>
              </a:spcBef>
            </a:pP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sales = [1000, 1500, 1200]</a:t>
            </a:r>
          </a:p>
          <a:p>
            <a:pPr>
              <a:lnSpc>
                <a:spcPct val="90000"/>
              </a:lnSpc>
              <a:spcBef>
                <a:spcPts val="1000"/>
              </a:spcBef>
            </a:pPr>
            <a:r>
              <a:rPr lang="en-US" sz="1400" i="1" dirty="0" err="1">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plt.plot</a:t>
            </a: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(months, sales)</a:t>
            </a:r>
          </a:p>
          <a:p>
            <a:pPr>
              <a:lnSpc>
                <a:spcPct val="90000"/>
              </a:lnSpc>
              <a:spcBef>
                <a:spcPts val="1000"/>
              </a:spcBef>
            </a:pPr>
            <a:r>
              <a:rPr lang="en-US" sz="1400" i="1" dirty="0" err="1">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plt.title</a:t>
            </a: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("Monthly Sales")</a:t>
            </a:r>
          </a:p>
          <a:p>
            <a:pPr>
              <a:lnSpc>
                <a:spcPct val="90000"/>
              </a:lnSpc>
              <a:spcBef>
                <a:spcPts val="1000"/>
              </a:spcBef>
            </a:pPr>
            <a:r>
              <a:rPr lang="en-US" sz="1400" i="1" dirty="0" err="1">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plt.xlabel</a:t>
            </a: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("Month")</a:t>
            </a:r>
          </a:p>
          <a:p>
            <a:pPr>
              <a:lnSpc>
                <a:spcPct val="90000"/>
              </a:lnSpc>
              <a:spcBef>
                <a:spcPts val="1000"/>
              </a:spcBef>
            </a:pPr>
            <a:r>
              <a:rPr lang="en-US" sz="1400" i="1" dirty="0" err="1">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plt.ylabel</a:t>
            </a: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("Sales")</a:t>
            </a:r>
          </a:p>
          <a:p>
            <a:pPr>
              <a:lnSpc>
                <a:spcPct val="90000"/>
              </a:lnSpc>
              <a:spcBef>
                <a:spcPts val="1000"/>
              </a:spcBef>
            </a:pPr>
            <a:r>
              <a:rPr lang="en-US" sz="1400" i="1" dirty="0" err="1">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plt.show</a:t>
            </a:r>
            <a:r>
              <a:rPr lang="en-US" sz="1400" i="1" dirty="0">
                <a:solidFill>
                  <a:schemeClr val="accent6">
                    <a:lumMod val="49000"/>
                  </a:schemeClr>
                </a:solidFill>
                <a:latin typeface="Calibri" panose="020F0502020204030204" pitchFamily="34" charset="0"/>
                <a:ea typeface="Calibri" panose="020F0502020204030204" pitchFamily="34" charset="0"/>
                <a:cs typeface="Calibri" panose="020F0502020204030204" pitchFamily="34" charset="0"/>
              </a:rPr>
              <a:t>()</a:t>
            </a:r>
          </a:p>
          <a:p>
            <a:pPr algn="l"/>
            <a:endParaRPr lang="en-US" dirty="0"/>
          </a:p>
        </p:txBody>
      </p:sp>
    </p:spTree>
    <p:extLst>
      <p:ext uri="{BB962C8B-B14F-4D97-AF65-F5344CB8AC3E}">
        <p14:creationId xmlns:p14="http://schemas.microsoft.com/office/powerpoint/2010/main" val="3603843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26FF42C2-EA15-4154-B242-E98E88CED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8" name="Rectangle 57">
            <a:extLst>
              <a:ext uri="{FF2B5EF4-FFF2-40B4-BE49-F238E27FC236}">
                <a16:creationId xmlns:a16="http://schemas.microsoft.com/office/drawing/2014/main" id="{D79DE9F7-28C4-4856-BA57-D696E124C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92741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5C975D-4DA2-39DC-D644-43663AAA4684}"/>
              </a:ext>
            </a:extLst>
          </p:cNvPr>
          <p:cNvSpPr>
            <a:spLocks noGrp="1"/>
          </p:cNvSpPr>
          <p:nvPr>
            <p:ph type="title"/>
          </p:nvPr>
        </p:nvSpPr>
        <p:spPr>
          <a:xfrm>
            <a:off x="838199" y="978408"/>
            <a:ext cx="4056530" cy="1106424"/>
          </a:xfrm>
        </p:spPr>
        <p:txBody>
          <a:bodyPr vert="horz" lIns="91440" tIns="45720" rIns="91440" bIns="45720" rtlCol="0" anchor="ct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Weekly Sales Statistics Analyzer</a:t>
            </a:r>
          </a:p>
        </p:txBody>
      </p:sp>
      <p:sp>
        <p:nvSpPr>
          <p:cNvPr id="59" name="Rectangle 58">
            <a:extLst>
              <a:ext uri="{FF2B5EF4-FFF2-40B4-BE49-F238E27FC236}">
                <a16:creationId xmlns:a16="http://schemas.microsoft.com/office/drawing/2014/main" id="{E1F9ED9C-121B-44C6-A308-5824769C4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4A5F8185-F27B-4E99-A06C-007336FE3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95865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4005FF3-E6BE-AED9-1AF2-783AB6E298FC}"/>
              </a:ext>
            </a:extLst>
          </p:cNvPr>
          <p:cNvSpPr txBox="1"/>
          <p:nvPr/>
        </p:nvSpPr>
        <p:spPr>
          <a:xfrm>
            <a:off x="838199" y="2359152"/>
            <a:ext cx="4056530" cy="3429000"/>
          </a:xfrm>
          <a:prstGeom prst="rect">
            <a:avLst/>
          </a:prstGeom>
        </p:spPr>
        <p:txBody>
          <a:bodyPr vert="horz" lIns="91440" tIns="45720" rIns="91440" bIns="45720" rtlCol="0">
            <a:normAutofit fontScale="85000" lnSpcReduction="10000"/>
          </a:bodyPr>
          <a:lstStyle/>
          <a:p>
            <a:pPr marL="285750" indent="-228600">
              <a:lnSpc>
                <a:spcPct val="150000"/>
              </a:lnSpc>
              <a:spcAft>
                <a:spcPts val="600"/>
              </a:spcAf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This is a small example introduced in class </a:t>
            </a:r>
            <a:r>
              <a:rPr lang="en-US" sz="1500" b="1" dirty="0">
                <a:latin typeface="Calibri" panose="020F0502020204030204" pitchFamily="34" charset="0"/>
                <a:ea typeface="Calibri" panose="020F0502020204030204" pitchFamily="34" charset="0"/>
                <a:cs typeface="Calibri" panose="020F0502020204030204" pitchFamily="34" charset="0"/>
              </a:rPr>
              <a:t>(Ex.6.2) </a:t>
            </a:r>
            <a:r>
              <a:rPr lang="en-US" sz="1500" dirty="0">
                <a:latin typeface="Calibri" panose="020F0502020204030204" pitchFamily="34" charset="0"/>
                <a:ea typeface="Calibri" panose="020F0502020204030204" pitchFamily="34" charset="0"/>
                <a:cs typeface="Calibri" panose="020F0502020204030204" pitchFamily="34" charset="0"/>
              </a:rPr>
              <a:t>that uses Python to </a:t>
            </a:r>
            <a:r>
              <a:rPr lang="en-US" sz="1500" b="1" dirty="0">
                <a:solidFill>
                  <a:srgbClr val="C00000"/>
                </a:solidFill>
                <a:latin typeface="Calibri" panose="020F0502020204030204" pitchFamily="34" charset="0"/>
                <a:ea typeface="Calibri" panose="020F0502020204030204" pitchFamily="34" charset="0"/>
                <a:cs typeface="Calibri" panose="020F0502020204030204" pitchFamily="34" charset="0"/>
              </a:rPr>
              <a:t>collect</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b="1" dirty="0">
                <a:solidFill>
                  <a:srgbClr val="C00000"/>
                </a:solidFill>
                <a:latin typeface="Calibri" panose="020F0502020204030204" pitchFamily="34" charset="0"/>
                <a:ea typeface="Calibri" panose="020F0502020204030204" pitchFamily="34" charset="0"/>
                <a:cs typeface="Calibri" panose="020F0502020204030204" pitchFamily="34" charset="0"/>
              </a:rPr>
              <a:t>analyze</a:t>
            </a:r>
            <a:r>
              <a:rPr lang="en-US" sz="1500" dirty="0">
                <a:latin typeface="Calibri" panose="020F0502020204030204" pitchFamily="34" charset="0"/>
                <a:ea typeface="Calibri" panose="020F0502020204030204" pitchFamily="34" charset="0"/>
                <a:cs typeface="Calibri" panose="020F0502020204030204" pitchFamily="34" charset="0"/>
              </a:rPr>
              <a:t>, and </a:t>
            </a:r>
            <a:r>
              <a:rPr lang="en-US" sz="1500" b="1" dirty="0">
                <a:solidFill>
                  <a:srgbClr val="C00000"/>
                </a:solidFill>
                <a:latin typeface="Calibri" panose="020F0502020204030204" pitchFamily="34" charset="0"/>
                <a:ea typeface="Calibri" panose="020F0502020204030204" pitchFamily="34" charset="0"/>
                <a:cs typeface="Calibri" panose="020F0502020204030204" pitchFamily="34" charset="0"/>
              </a:rPr>
              <a:t>report</a:t>
            </a:r>
            <a:r>
              <a:rPr lang="en-US" sz="1500" dirty="0">
                <a:latin typeface="Calibri" panose="020F0502020204030204" pitchFamily="34" charset="0"/>
                <a:ea typeface="Calibri" panose="020F0502020204030204" pitchFamily="34" charset="0"/>
                <a:cs typeface="Calibri" panose="020F0502020204030204" pitchFamily="34" charset="0"/>
              </a:rPr>
              <a:t> on a week's worth of sales data. </a:t>
            </a:r>
          </a:p>
          <a:p>
            <a:pPr marL="285750" indent="-228600">
              <a:lnSpc>
                <a:spcPct val="150000"/>
              </a:lnSpc>
              <a:spcAft>
                <a:spcPts val="600"/>
              </a:spcAf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Using the built-in statistics library, the program prompts the analyst to enter daily sales figures, then automatically calculates key metrics (mean, median, mode, standard deviation, total, high, and low) and outputs them in a clean, formatted report.</a:t>
            </a:r>
          </a:p>
          <a:p>
            <a:pPr marL="285750" indent="-228600">
              <a:lnSpc>
                <a:spcPct val="150000"/>
              </a:lnSpc>
              <a:spcAft>
                <a:spcPts val="600"/>
              </a:spcAf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It demonstrates how just a few lines of Python can replace manual calculations and turn raw numbers into an analyst-ready summary.</a:t>
            </a:r>
          </a:p>
        </p:txBody>
      </p:sp>
      <p:pic>
        <p:nvPicPr>
          <p:cNvPr id="11" name="Content Placeholder 10">
            <a:extLst>
              <a:ext uri="{FF2B5EF4-FFF2-40B4-BE49-F238E27FC236}">
                <a16:creationId xmlns:a16="http://schemas.microsoft.com/office/drawing/2014/main" id="{73E8EC87-6179-F91D-6042-056A7A2537C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26912" y="566928"/>
            <a:ext cx="1713254" cy="2338913"/>
          </a:xfrm>
          <a:prstGeom prst="rect">
            <a:avLst/>
          </a:prstGeom>
        </p:spPr>
      </p:pic>
      <p:pic>
        <p:nvPicPr>
          <p:cNvPr id="13" name="Picture 12">
            <a:extLst>
              <a:ext uri="{FF2B5EF4-FFF2-40B4-BE49-F238E27FC236}">
                <a16:creationId xmlns:a16="http://schemas.microsoft.com/office/drawing/2014/main" id="{0082C173-0997-996D-834F-6D95AF485C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6705" y="3290496"/>
            <a:ext cx="5989328" cy="2695196"/>
          </a:xfrm>
          <a:prstGeom prst="rect">
            <a:avLst/>
          </a:prstGeom>
        </p:spPr>
      </p:pic>
    </p:spTree>
    <p:extLst>
      <p:ext uri="{BB962C8B-B14F-4D97-AF65-F5344CB8AC3E}">
        <p14:creationId xmlns:p14="http://schemas.microsoft.com/office/powerpoint/2010/main" val="4195861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428</Words>
  <Application>Microsoft Office PowerPoint</Application>
  <PresentationFormat>Widescreen</PresentationFormat>
  <Paragraphs>40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How is Python Used in Data Analytics?</vt:lpstr>
      <vt:lpstr>Core Uses in the Data Analytics Lifecycle</vt:lpstr>
      <vt:lpstr>Data Cleaning and Wrangling</vt:lpstr>
      <vt:lpstr>Analyzing Data</vt:lpstr>
      <vt:lpstr>Data Visualization</vt:lpstr>
      <vt:lpstr>Weekly Sales Statistics Analyzer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sharleen guerrero</cp:lastModifiedBy>
  <cp:revision>2</cp:revision>
  <dcterms:created xsi:type="dcterms:W3CDTF">2026-05-15T18:16:46Z</dcterms:created>
  <dcterms:modified xsi:type="dcterms:W3CDTF">2026-05-15T18:56:45Z</dcterms:modified>
</cp:coreProperties>
</file>